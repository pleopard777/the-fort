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C365"/>
    <a:srgbClr val="FF7C80"/>
    <a:srgbClr val="F8C9C9"/>
    <a:srgbClr val="EB6161"/>
    <a:srgbClr val="8ED973"/>
    <a:srgbClr val="0033CC"/>
    <a:srgbClr val="FFC000"/>
    <a:srgbClr val="D2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72832-D414-4DDF-8A03-9FD3E68FA6CB}" v="56" dt="2026-01-28T17:02:29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232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7" d="100"/>
          <a:sy n="107" d="100"/>
        </p:scale>
        <p:origin x="23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pard, Paul" userId="d0c5fc63-c472-4cb5-8769-d0a0023e61fb" providerId="ADAL" clId="{974F3525-D27D-48B0-BA0E-BD2543C68888}"/>
    <pc:docChg chg="undo custSel addSld delSld modSld">
      <pc:chgData name="Leopard, Paul" userId="d0c5fc63-c472-4cb5-8769-d0a0023e61fb" providerId="ADAL" clId="{974F3525-D27D-48B0-BA0E-BD2543C68888}" dt="2026-01-28T17:02:54.275" v="116" actId="2696"/>
      <pc:docMkLst>
        <pc:docMk/>
      </pc:docMkLst>
      <pc:sldChg chg="addSp delSp modSp add mod">
        <pc:chgData name="Leopard, Paul" userId="d0c5fc63-c472-4cb5-8769-d0a0023e61fb" providerId="ADAL" clId="{974F3525-D27D-48B0-BA0E-BD2543C68888}" dt="2026-01-28T17:02:29.024" v="112" actId="206"/>
        <pc:sldMkLst>
          <pc:docMk/>
          <pc:sldMk cId="4072737595" sldId="257"/>
        </pc:sldMkLst>
        <pc:spChg chg="del mod">
          <ac:chgData name="Leopard, Paul" userId="d0c5fc63-c472-4cb5-8769-d0a0023e61fb" providerId="ADAL" clId="{974F3525-D27D-48B0-BA0E-BD2543C68888}" dt="2026-01-28T16:47:08.623" v="38" actId="478"/>
          <ac:spMkLst>
            <pc:docMk/>
            <pc:sldMk cId="4072737595" sldId="257"/>
            <ac:spMk id="2" creationId="{79516E8D-F300-5EEA-E9C9-A340E924B99C}"/>
          </ac:spMkLst>
        </pc:spChg>
        <pc:spChg chg="del mod">
          <ac:chgData name="Leopard, Paul" userId="d0c5fc63-c472-4cb5-8769-d0a0023e61fb" providerId="ADAL" clId="{974F3525-D27D-48B0-BA0E-BD2543C68888}" dt="2026-01-28T16:49:11.184" v="56" actId="21"/>
          <ac:spMkLst>
            <pc:docMk/>
            <pc:sldMk cId="4072737595" sldId="257"/>
            <ac:spMk id="3" creationId="{90DF586F-5BA1-CA60-5EEC-A19155CA8BCB}"/>
          </ac:spMkLst>
        </pc:spChg>
        <pc:spChg chg="add mod">
          <ac:chgData name="Leopard, Paul" userId="d0c5fc63-c472-4cb5-8769-d0a0023e61fb" providerId="ADAL" clId="{974F3525-D27D-48B0-BA0E-BD2543C68888}" dt="2026-01-28T17:02:29.024" v="112" actId="206"/>
          <ac:spMkLst>
            <pc:docMk/>
            <pc:sldMk cId="4072737595" sldId="257"/>
            <ac:spMk id="4" creationId="{F1E2B860-4E3E-2203-9BB9-2636E9CB39D3}"/>
          </ac:spMkLst>
        </pc:spChg>
        <pc:spChg chg="del mod">
          <ac:chgData name="Leopard, Paul" userId="d0c5fc63-c472-4cb5-8769-d0a0023e61fb" providerId="ADAL" clId="{974F3525-D27D-48B0-BA0E-BD2543C68888}" dt="2026-01-28T16:44:30.359" v="11" actId="478"/>
          <ac:spMkLst>
            <pc:docMk/>
            <pc:sldMk cId="4072737595" sldId="257"/>
            <ac:spMk id="5" creationId="{4200A2AA-9E81-970F-07F0-8B886AC90F01}"/>
          </ac:spMkLst>
        </pc:spChg>
        <pc:spChg chg="del">
          <ac:chgData name="Leopard, Paul" userId="d0c5fc63-c472-4cb5-8769-d0a0023e61fb" providerId="ADAL" clId="{974F3525-D27D-48B0-BA0E-BD2543C68888}" dt="2026-01-28T16:47:08.623" v="38" actId="478"/>
          <ac:spMkLst>
            <pc:docMk/>
            <pc:sldMk cId="4072737595" sldId="257"/>
            <ac:spMk id="6" creationId="{BE1F2191-58AE-83FC-81A5-B3DD06D2FCBE}"/>
          </ac:spMkLst>
        </pc:spChg>
        <pc:spChg chg="add mod">
          <ac:chgData name="Leopard, Paul" userId="d0c5fc63-c472-4cb5-8769-d0a0023e61fb" providerId="ADAL" clId="{974F3525-D27D-48B0-BA0E-BD2543C68888}" dt="2026-01-28T17:02:06.237" v="108" actId="206"/>
          <ac:spMkLst>
            <pc:docMk/>
            <pc:sldMk cId="4072737595" sldId="257"/>
            <ac:spMk id="7" creationId="{4E11A25D-35F8-4902-CC2E-DB2FDDD31934}"/>
          </ac:spMkLst>
        </pc:spChg>
        <pc:spChg chg="del">
          <ac:chgData name="Leopard, Paul" userId="d0c5fc63-c472-4cb5-8769-d0a0023e61fb" providerId="ADAL" clId="{974F3525-D27D-48B0-BA0E-BD2543C68888}" dt="2026-01-28T16:47:08.623" v="38" actId="478"/>
          <ac:spMkLst>
            <pc:docMk/>
            <pc:sldMk cId="4072737595" sldId="257"/>
            <ac:spMk id="8" creationId="{E78448C2-D4F5-1ED2-D5F2-B0F122AEB29B}"/>
          </ac:spMkLst>
        </pc:spChg>
        <pc:spChg chg="mod">
          <ac:chgData name="Leopard, Paul" userId="d0c5fc63-c472-4cb5-8769-d0a0023e61fb" providerId="ADAL" clId="{974F3525-D27D-48B0-BA0E-BD2543C68888}" dt="2026-01-28T16:49:09.145" v="55" actId="1076"/>
          <ac:spMkLst>
            <pc:docMk/>
            <pc:sldMk cId="4072737595" sldId="257"/>
            <ac:spMk id="9" creationId="{D8620C97-591C-F15C-3D2C-A19B88861524}"/>
          </ac:spMkLst>
        </pc:spChg>
        <pc:spChg chg="del mod">
          <ac:chgData name="Leopard, Paul" userId="d0c5fc63-c472-4cb5-8769-d0a0023e61fb" providerId="ADAL" clId="{974F3525-D27D-48B0-BA0E-BD2543C68888}" dt="2026-01-28T16:47:08.623" v="38" actId="478"/>
          <ac:spMkLst>
            <pc:docMk/>
            <pc:sldMk cId="4072737595" sldId="257"/>
            <ac:spMk id="10" creationId="{52FF5865-3B0F-9931-39C1-14AD2892AB69}"/>
          </ac:spMkLst>
        </pc:spChg>
        <pc:spChg chg="del mod">
          <ac:chgData name="Leopard, Paul" userId="d0c5fc63-c472-4cb5-8769-d0a0023e61fb" providerId="ADAL" clId="{974F3525-D27D-48B0-BA0E-BD2543C68888}" dt="2026-01-28T16:47:08.623" v="38" actId="478"/>
          <ac:spMkLst>
            <pc:docMk/>
            <pc:sldMk cId="4072737595" sldId="257"/>
            <ac:spMk id="11" creationId="{F0C33157-76E2-37A7-2842-E134D620EC0E}"/>
          </ac:spMkLst>
        </pc:spChg>
        <pc:spChg chg="add mod">
          <ac:chgData name="Leopard, Paul" userId="d0c5fc63-c472-4cb5-8769-d0a0023e61fb" providerId="ADAL" clId="{974F3525-D27D-48B0-BA0E-BD2543C68888}" dt="2026-01-28T17:01:44.107" v="102" actId="206"/>
          <ac:spMkLst>
            <pc:docMk/>
            <pc:sldMk cId="4072737595" sldId="257"/>
            <ac:spMk id="12" creationId="{6BF88B8A-6885-7094-07E4-EBAEC61623C1}"/>
          </ac:spMkLst>
        </pc:spChg>
        <pc:spChg chg="add del mod">
          <ac:chgData name="Leopard, Paul" userId="d0c5fc63-c472-4cb5-8769-d0a0023e61fb" providerId="ADAL" clId="{974F3525-D27D-48B0-BA0E-BD2543C68888}" dt="2026-01-28T16:49:11.184" v="56" actId="21"/>
          <ac:spMkLst>
            <pc:docMk/>
            <pc:sldMk cId="4072737595" sldId="257"/>
            <ac:spMk id="13" creationId="{B5C74FD3-5D2C-D474-E086-C84E5DC5D672}"/>
          </ac:spMkLst>
        </pc:spChg>
        <pc:spChg chg="add mod">
          <ac:chgData name="Leopard, Paul" userId="d0c5fc63-c472-4cb5-8769-d0a0023e61fb" providerId="ADAL" clId="{974F3525-D27D-48B0-BA0E-BD2543C68888}" dt="2026-01-28T16:49:16.477" v="58" actId="20577"/>
          <ac:spMkLst>
            <pc:docMk/>
            <pc:sldMk cId="4072737595" sldId="257"/>
            <ac:spMk id="14" creationId="{85217EC8-431F-91D3-3316-8869EF0D94B4}"/>
          </ac:spMkLst>
        </pc:spChg>
        <pc:spChg chg="add mod">
          <ac:chgData name="Leopard, Paul" userId="d0c5fc63-c472-4cb5-8769-d0a0023e61fb" providerId="ADAL" clId="{974F3525-D27D-48B0-BA0E-BD2543C68888}" dt="2026-01-28T16:49:20.997" v="60" actId="20577"/>
          <ac:spMkLst>
            <pc:docMk/>
            <pc:sldMk cId="4072737595" sldId="257"/>
            <ac:spMk id="15" creationId="{19C02EB1-6EE7-156D-3951-D0D89AA027E1}"/>
          </ac:spMkLst>
        </pc:spChg>
        <pc:spChg chg="add mod">
          <ac:chgData name="Leopard, Paul" userId="d0c5fc63-c472-4cb5-8769-d0a0023e61fb" providerId="ADAL" clId="{974F3525-D27D-48B0-BA0E-BD2543C68888}" dt="2026-01-28T17:00:50.853" v="90" actId="206"/>
          <ac:spMkLst>
            <pc:docMk/>
            <pc:sldMk cId="4072737595" sldId="257"/>
            <ac:spMk id="16" creationId="{0886EB7A-C535-D299-70DA-92CBDB8AC62E}"/>
          </ac:spMkLst>
        </pc:spChg>
        <pc:spChg chg="add mod">
          <ac:chgData name="Leopard, Paul" userId="d0c5fc63-c472-4cb5-8769-d0a0023e61fb" providerId="ADAL" clId="{974F3525-D27D-48B0-BA0E-BD2543C68888}" dt="2026-01-28T17:00:56.136" v="91" actId="1076"/>
          <ac:spMkLst>
            <pc:docMk/>
            <pc:sldMk cId="4072737595" sldId="257"/>
            <ac:spMk id="17" creationId="{B1696DFF-DE58-1A60-DB87-7847F89BC14E}"/>
          </ac:spMkLst>
        </pc:spChg>
        <pc:spChg chg="add mod">
          <ac:chgData name="Leopard, Paul" userId="d0c5fc63-c472-4cb5-8769-d0a0023e61fb" providerId="ADAL" clId="{974F3525-D27D-48B0-BA0E-BD2543C68888}" dt="2026-01-28T17:00:28.089" v="86" actId="206"/>
          <ac:spMkLst>
            <pc:docMk/>
            <pc:sldMk cId="4072737595" sldId="257"/>
            <ac:spMk id="18" creationId="{D62ACABC-EFC5-3AE8-347D-16C09198AB6D}"/>
          </ac:spMkLst>
        </pc:spChg>
        <pc:spChg chg="add mod">
          <ac:chgData name="Leopard, Paul" userId="d0c5fc63-c472-4cb5-8769-d0a0023e61fb" providerId="ADAL" clId="{974F3525-D27D-48B0-BA0E-BD2543C68888}" dt="2026-01-28T17:00:59.619" v="93" actId="20577"/>
          <ac:spMkLst>
            <pc:docMk/>
            <pc:sldMk cId="4072737595" sldId="257"/>
            <ac:spMk id="19" creationId="{64A48571-B4BD-F6BD-C619-B8B2904254EA}"/>
          </ac:spMkLst>
        </pc:spChg>
      </pc:sldChg>
      <pc:sldChg chg="new del">
        <pc:chgData name="Leopard, Paul" userId="d0c5fc63-c472-4cb5-8769-d0a0023e61fb" providerId="ADAL" clId="{974F3525-D27D-48B0-BA0E-BD2543C68888}" dt="2026-01-28T17:02:43.584" v="114" actId="680"/>
        <pc:sldMkLst>
          <pc:docMk/>
          <pc:sldMk cId="1195753859" sldId="258"/>
        </pc:sldMkLst>
      </pc:sldChg>
      <pc:sldChg chg="new del">
        <pc:chgData name="Leopard, Paul" userId="d0c5fc63-c472-4cb5-8769-d0a0023e61fb" providerId="ADAL" clId="{974F3525-D27D-48B0-BA0E-BD2543C68888}" dt="2026-01-28T17:02:54.275" v="116" actId="2696"/>
        <pc:sldMkLst>
          <pc:docMk/>
          <pc:sldMk cId="4044032395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F6F3518-8966-42FA-A855-CEE2ADEF042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5D80458-541C-46F6-9808-4EB5FD39B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4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859E4-D53C-0F47-8DBD-219E7A4E76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55660"/>
            <a:ext cx="12192000" cy="4746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CCF05D-71DC-84F0-13F9-264F59E7A8FF}"/>
              </a:ext>
            </a:extLst>
          </p:cNvPr>
          <p:cNvSpPr txBox="1"/>
          <p:nvPr userDrawn="1"/>
        </p:nvSpPr>
        <p:spPr>
          <a:xfrm rot="16200000">
            <a:off x="10551160" y="5953602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</a:rPr>
              <a:t>Gauge 24.6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72A94-F59A-FA85-0DB9-9A6E8617247D}"/>
              </a:ext>
            </a:extLst>
          </p:cNvPr>
          <p:cNvSpPr txBox="1"/>
          <p:nvPr userDrawn="1"/>
        </p:nvSpPr>
        <p:spPr>
          <a:xfrm rot="16200000">
            <a:off x="10862594" y="598916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70C0"/>
                </a:solidFill>
              </a:rPr>
              <a:t>Gauge 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F3704-41D7-2BA8-74E8-7568CBBB3C6F}"/>
              </a:ext>
            </a:extLst>
          </p:cNvPr>
          <p:cNvSpPr txBox="1"/>
          <p:nvPr userDrawn="1"/>
        </p:nvSpPr>
        <p:spPr>
          <a:xfrm rot="16200000">
            <a:off x="11120328" y="5953601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Gauge 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38A07-771F-E1E9-98CD-E77E60A907DB}"/>
              </a:ext>
            </a:extLst>
          </p:cNvPr>
          <p:cNvSpPr txBox="1"/>
          <p:nvPr userDrawn="1"/>
        </p:nvSpPr>
        <p:spPr>
          <a:xfrm rot="16200000">
            <a:off x="11351722" y="5959714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chemeClr val="accent3">
                    <a:lumMod val="75000"/>
                  </a:schemeClr>
                </a:solidFill>
              </a:rPr>
              <a:t>Gauge 17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B194D-E461-4460-1723-45CD8E19507A}"/>
              </a:ext>
            </a:extLst>
          </p:cNvPr>
          <p:cNvSpPr txBox="1"/>
          <p:nvPr userDrawn="1"/>
        </p:nvSpPr>
        <p:spPr>
          <a:xfrm rot="16200000">
            <a:off x="11577210" y="5899900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70C0"/>
                </a:solidFill>
              </a:rPr>
              <a:t>Gauge 15</a:t>
            </a:r>
          </a:p>
        </p:txBody>
      </p:sp>
    </p:spTree>
    <p:extLst>
      <p:ext uri="{BB962C8B-B14F-4D97-AF65-F5344CB8AC3E}">
        <p14:creationId xmlns:p14="http://schemas.microsoft.com/office/powerpoint/2010/main" val="4002195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405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6F9B-F429-99C5-3032-7DAA96CD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25125-E693-E682-26C1-645ED6FFB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EA50B-780E-14A7-E544-D9DD54ED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9D3B-8059-C065-D01B-3FAD5B6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B1903-C120-8DAF-1105-30162452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1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25EF-5DDA-4B99-7DB8-6EB49459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644D6-02C6-F7B7-F790-F662AFA9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93ACC-C6F0-BA83-5E9A-4C8AEF588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9B98-42FD-4B91-0A77-71E75D1D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8A83A-6907-3785-DAD5-FE2F79E7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A04F-D4B0-A48C-7D1C-04943696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6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1E60-CF02-CACE-34CA-72F613F5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F4E55-B426-363D-4E38-A23F90E7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507D5-BCDB-8B0E-84B2-9DFCF7C2D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BBBB6-299F-8C97-2F52-B95F869B1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1EA22-5E76-B06C-C242-D9B975EF1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EFBF4-1184-545E-FDB1-FB297911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76E3A-0A39-78DB-F9BC-EF88E1C20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BB773-9ADD-5E4E-9A66-AC9AFFAA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4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7E92-F7F8-0F95-067A-254A70EE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C289C-6A44-1FD0-D295-E436F7B6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6BB7C-5FFE-B4D5-5E0D-D8277286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3D535-5B44-E2CF-12FE-DD049ACD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4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7B283-FE98-7E2C-0E8E-552DF932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83FFE-1235-A2BF-575B-ED15F262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DEC8-19E0-56E6-F8F3-50569BFC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50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E79D-DB4B-460A-BB1F-197A7667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52A0-BE19-AC4C-8ABF-CCFF15D57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12E1C-B03E-DE27-34F1-2C0F6EDB9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53003-8539-373C-6CBD-070B0BA1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AF691-EAFA-E8BD-1AB5-8FD1473A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D97B4-8A72-B605-1360-E21D1851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3A66-8852-DC40-1D05-8C8292B3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7EB91-261F-79B5-FE34-B33FEF19C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62AED-F8B4-2441-33B3-2143547FA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798DD-7060-3C30-77FD-35C27941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351EE-5B6A-6159-3C3E-C357C984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B5B4F-8118-71A6-DF30-E0FB59A23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1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8BF0-73EE-2083-D714-9FA427CE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0158A-F150-089B-A4B0-5D1464785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1317-787F-E25E-0F81-8EDDE59D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37C80-4EA3-2C67-9E17-A8F4CD48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A6A38-A0D8-7281-A758-5DE987C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9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C10BFD-50FE-2D96-64AD-E691088F2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7D0BF-D92C-7DA5-FEB3-D503FEC89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0270-945D-97F7-2B05-58A03E124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43898-09DC-447B-DB1A-E05038FB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CDC9-9DA1-19BD-2492-ED45364F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B0137-AEE7-DE52-3285-118400BB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692F3-7349-7B65-397D-FCCB4F5DF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8B0E-2D86-774A-8A8C-1D26D0383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72004-56D5-4E80-A271-2A3BD98E4B42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F1D3-65D0-2B82-79AA-8F48A67D2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07DB-FF61-CD0B-80A3-6B3458090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33BFC-2CC5-4A10-838F-EE01CD963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9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E2A9496-248C-E56B-D05F-F620A70AE8CD}"/>
              </a:ext>
            </a:extLst>
          </p:cNvPr>
          <p:cNvSpPr/>
          <p:nvPr/>
        </p:nvSpPr>
        <p:spPr>
          <a:xfrm>
            <a:off x="6571068" y="1917087"/>
            <a:ext cx="1084667" cy="3153103"/>
          </a:xfrm>
          <a:custGeom>
            <a:avLst/>
            <a:gdLst>
              <a:gd name="csX0" fmla="*/ 927012 w 1084667"/>
              <a:gd name="csY0" fmla="*/ 3153103 h 3153103"/>
              <a:gd name="csX1" fmla="*/ 1027911 w 1084667"/>
              <a:gd name="csY1" fmla="*/ 2844099 h 3153103"/>
              <a:gd name="csX2" fmla="*/ 1078361 w 1084667"/>
              <a:gd name="csY2" fmla="*/ 2465727 h 3153103"/>
              <a:gd name="csX3" fmla="*/ 1078361 w 1084667"/>
              <a:gd name="csY3" fmla="*/ 2005374 h 3153103"/>
              <a:gd name="csX4" fmla="*/ 1084667 w 1084667"/>
              <a:gd name="csY4" fmla="*/ 1702676 h 3153103"/>
              <a:gd name="csX5" fmla="*/ 1021605 w 1084667"/>
              <a:gd name="csY5" fmla="*/ 1444121 h 3153103"/>
              <a:gd name="csX6" fmla="*/ 1008993 w 1084667"/>
              <a:gd name="csY6" fmla="*/ 1229710 h 3153103"/>
              <a:gd name="csX7" fmla="*/ 1040524 w 1084667"/>
              <a:gd name="csY7" fmla="*/ 927012 h 3153103"/>
              <a:gd name="csX8" fmla="*/ 914400 w 1084667"/>
              <a:gd name="csY8" fmla="*/ 454047 h 3153103"/>
              <a:gd name="csX9" fmla="*/ 788275 w 1084667"/>
              <a:gd name="csY9" fmla="*/ 182880 h 3153103"/>
              <a:gd name="csX10" fmla="*/ 687376 w 1084667"/>
              <a:gd name="csY10" fmla="*/ 0 h 3153103"/>
              <a:gd name="csX11" fmla="*/ 397291 w 1084667"/>
              <a:gd name="csY11" fmla="*/ 18919 h 3153103"/>
              <a:gd name="csX12" fmla="*/ 63062 w 1084667"/>
              <a:gd name="csY12" fmla="*/ 157655 h 3153103"/>
              <a:gd name="csX13" fmla="*/ 0 w 1084667"/>
              <a:gd name="csY13" fmla="*/ 479272 h 3153103"/>
              <a:gd name="csX14" fmla="*/ 69368 w 1084667"/>
              <a:gd name="csY14" fmla="*/ 800888 h 3153103"/>
              <a:gd name="csX15" fmla="*/ 145042 w 1084667"/>
              <a:gd name="csY15" fmla="*/ 1343222 h 3153103"/>
              <a:gd name="csX16" fmla="*/ 296391 w 1084667"/>
              <a:gd name="csY16" fmla="*/ 1929699 h 3153103"/>
              <a:gd name="csX17" fmla="*/ 245942 w 1084667"/>
              <a:gd name="csY17" fmla="*/ 2484645 h 3153103"/>
              <a:gd name="csX18" fmla="*/ 151349 w 1084667"/>
              <a:gd name="csY18" fmla="*/ 2926080 h 3153103"/>
              <a:gd name="csX19" fmla="*/ 340535 w 1084667"/>
              <a:gd name="csY19" fmla="*/ 3077429 h 3153103"/>
              <a:gd name="csX20" fmla="*/ 662151 w 1084667"/>
              <a:gd name="csY20" fmla="*/ 3064816 h 3153103"/>
              <a:gd name="csX21" fmla="*/ 996380 w 1084667"/>
              <a:gd name="csY21" fmla="*/ 3033285 h 3153103"/>
              <a:gd name="csX22" fmla="*/ 958543 w 1084667"/>
              <a:gd name="csY22" fmla="*/ 3026979 h 3153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084667" h="3153103">
                <a:moveTo>
                  <a:pt x="927012" y="3153103"/>
                </a:moveTo>
                <a:lnTo>
                  <a:pt x="1027911" y="2844099"/>
                </a:lnTo>
                <a:lnTo>
                  <a:pt x="1078361" y="2465727"/>
                </a:lnTo>
                <a:lnTo>
                  <a:pt x="1078361" y="2005374"/>
                </a:lnTo>
                <a:lnTo>
                  <a:pt x="1084667" y="1702676"/>
                </a:lnTo>
                <a:lnTo>
                  <a:pt x="1021605" y="1444121"/>
                </a:lnTo>
                <a:lnTo>
                  <a:pt x="1008993" y="1229710"/>
                </a:lnTo>
                <a:lnTo>
                  <a:pt x="1040524" y="927012"/>
                </a:lnTo>
                <a:lnTo>
                  <a:pt x="914400" y="454047"/>
                </a:lnTo>
                <a:lnTo>
                  <a:pt x="788275" y="182880"/>
                </a:lnTo>
                <a:lnTo>
                  <a:pt x="687376" y="0"/>
                </a:lnTo>
                <a:lnTo>
                  <a:pt x="397291" y="18919"/>
                </a:lnTo>
                <a:lnTo>
                  <a:pt x="63062" y="157655"/>
                </a:lnTo>
                <a:lnTo>
                  <a:pt x="0" y="479272"/>
                </a:lnTo>
                <a:lnTo>
                  <a:pt x="69368" y="800888"/>
                </a:lnTo>
                <a:lnTo>
                  <a:pt x="145042" y="1343222"/>
                </a:lnTo>
                <a:lnTo>
                  <a:pt x="296391" y="1929699"/>
                </a:lnTo>
                <a:lnTo>
                  <a:pt x="245942" y="2484645"/>
                </a:lnTo>
                <a:lnTo>
                  <a:pt x="151349" y="2926080"/>
                </a:lnTo>
                <a:lnTo>
                  <a:pt x="340535" y="3077429"/>
                </a:lnTo>
                <a:lnTo>
                  <a:pt x="662151" y="3064816"/>
                </a:lnTo>
                <a:lnTo>
                  <a:pt x="996380" y="3033285"/>
                </a:lnTo>
                <a:lnTo>
                  <a:pt x="958543" y="3026979"/>
                </a:lnTo>
              </a:path>
            </a:pathLst>
          </a:custGeom>
          <a:solidFill>
            <a:srgbClr val="FFC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E8208-66B7-86A1-8EDD-51473C682873}"/>
              </a:ext>
            </a:extLst>
          </p:cNvPr>
          <p:cNvSpPr txBox="1"/>
          <p:nvPr/>
        </p:nvSpPr>
        <p:spPr>
          <a:xfrm>
            <a:off x="7157545" y="870257"/>
            <a:ext cx="192379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A000"/>
                </a:solidFill>
              </a:rPr>
              <a:t>Feeding Lane 001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FAED61C-8CE9-DB14-4BC5-08C58DD5E22F}"/>
              </a:ext>
            </a:extLst>
          </p:cNvPr>
          <p:cNvSpPr/>
          <p:nvPr/>
        </p:nvSpPr>
        <p:spPr>
          <a:xfrm>
            <a:off x="3316637" y="1867546"/>
            <a:ext cx="1108129" cy="3169403"/>
          </a:xfrm>
          <a:custGeom>
            <a:avLst/>
            <a:gdLst>
              <a:gd name="csX0" fmla="*/ 1100380 w 1108129"/>
              <a:gd name="csY0" fmla="*/ 3115159 h 3169403"/>
              <a:gd name="csX1" fmla="*/ 1108129 w 1108129"/>
              <a:gd name="csY1" fmla="*/ 2471979 h 3169403"/>
              <a:gd name="csX2" fmla="*/ 1015139 w 1108129"/>
              <a:gd name="csY2" fmla="*/ 1999281 h 3169403"/>
              <a:gd name="csX3" fmla="*/ 991892 w 1108129"/>
              <a:gd name="csY3" fmla="*/ 1495586 h 3169403"/>
              <a:gd name="csX4" fmla="*/ 829160 w 1108129"/>
              <a:gd name="csY4" fmla="*/ 1115878 h 3169403"/>
              <a:gd name="csX5" fmla="*/ 743919 w 1108129"/>
              <a:gd name="csY5" fmla="*/ 821410 h 3169403"/>
              <a:gd name="csX6" fmla="*/ 619932 w 1108129"/>
              <a:gd name="csY6" fmla="*/ 333213 h 3169403"/>
              <a:gd name="csX7" fmla="*/ 519194 w 1108129"/>
              <a:gd name="csY7" fmla="*/ 38746 h 3169403"/>
              <a:gd name="csX8" fmla="*/ 131736 w 1108129"/>
              <a:gd name="csY8" fmla="*/ 0 h 3169403"/>
              <a:gd name="csX9" fmla="*/ 0 w 1108129"/>
              <a:gd name="csY9" fmla="*/ 216976 h 3169403"/>
              <a:gd name="csX10" fmla="*/ 46495 w 1108129"/>
              <a:gd name="csY10" fmla="*/ 550190 h 3169403"/>
              <a:gd name="csX11" fmla="*/ 147234 w 1108129"/>
              <a:gd name="csY11" fmla="*/ 1053885 h 3169403"/>
              <a:gd name="csX12" fmla="*/ 232475 w 1108129"/>
              <a:gd name="csY12" fmla="*/ 1542081 h 3169403"/>
              <a:gd name="csX13" fmla="*/ 278970 w 1108129"/>
              <a:gd name="csY13" fmla="*/ 1898542 h 3169403"/>
              <a:gd name="csX14" fmla="*/ 325465 w 1108129"/>
              <a:gd name="csY14" fmla="*/ 2347993 h 3169403"/>
              <a:gd name="csX15" fmla="*/ 418455 w 1108129"/>
              <a:gd name="csY15" fmla="*/ 2867186 h 3169403"/>
              <a:gd name="csX16" fmla="*/ 573438 w 1108129"/>
              <a:gd name="csY16" fmla="*/ 3169403 h 3169403"/>
              <a:gd name="csX17" fmla="*/ 821410 w 1108129"/>
              <a:gd name="csY17" fmla="*/ 3107410 h 3169403"/>
              <a:gd name="csX18" fmla="*/ 1100380 w 1108129"/>
              <a:gd name="csY18" fmla="*/ 3115159 h 31694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108129" h="3169403">
                <a:moveTo>
                  <a:pt x="1100380" y="3115159"/>
                </a:moveTo>
                <a:lnTo>
                  <a:pt x="1108129" y="2471979"/>
                </a:lnTo>
                <a:lnTo>
                  <a:pt x="1015139" y="1999281"/>
                </a:lnTo>
                <a:lnTo>
                  <a:pt x="991892" y="1495586"/>
                </a:lnTo>
                <a:lnTo>
                  <a:pt x="829160" y="1115878"/>
                </a:lnTo>
                <a:lnTo>
                  <a:pt x="743919" y="821410"/>
                </a:lnTo>
                <a:lnTo>
                  <a:pt x="619932" y="333213"/>
                </a:lnTo>
                <a:lnTo>
                  <a:pt x="519194" y="38746"/>
                </a:lnTo>
                <a:lnTo>
                  <a:pt x="131736" y="0"/>
                </a:lnTo>
                <a:lnTo>
                  <a:pt x="0" y="216976"/>
                </a:lnTo>
                <a:lnTo>
                  <a:pt x="46495" y="550190"/>
                </a:lnTo>
                <a:lnTo>
                  <a:pt x="147234" y="1053885"/>
                </a:lnTo>
                <a:lnTo>
                  <a:pt x="232475" y="1542081"/>
                </a:lnTo>
                <a:lnTo>
                  <a:pt x="278970" y="1898542"/>
                </a:lnTo>
                <a:lnTo>
                  <a:pt x="325465" y="2347993"/>
                </a:lnTo>
                <a:lnTo>
                  <a:pt x="418455" y="2867186"/>
                </a:lnTo>
                <a:lnTo>
                  <a:pt x="573438" y="3169403"/>
                </a:lnTo>
                <a:lnTo>
                  <a:pt x="821410" y="3107410"/>
                </a:lnTo>
                <a:lnTo>
                  <a:pt x="1100380" y="3115159"/>
                </a:lnTo>
                <a:close/>
              </a:path>
            </a:pathLst>
          </a:custGeom>
          <a:solidFill>
            <a:srgbClr val="FFC000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4B1E7-6007-7BBE-08B1-6363AF4E3321}"/>
              </a:ext>
            </a:extLst>
          </p:cNvPr>
          <p:cNvSpPr txBox="1"/>
          <p:nvPr/>
        </p:nvSpPr>
        <p:spPr>
          <a:xfrm>
            <a:off x="3870701" y="5444269"/>
            <a:ext cx="192379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2A000"/>
                </a:solidFill>
              </a:rPr>
              <a:t>Feeding Lane 002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35C17-B636-9006-1440-6048F25F64C7}"/>
              </a:ext>
            </a:extLst>
          </p:cNvPr>
          <p:cNvSpPr txBox="1"/>
          <p:nvPr/>
        </p:nvSpPr>
        <p:spPr>
          <a:xfrm>
            <a:off x="968570" y="5477510"/>
            <a:ext cx="191757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Bedding Area 002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6E9F2-0B2A-DA79-D454-2AE8F6E1DF3D}"/>
              </a:ext>
            </a:extLst>
          </p:cNvPr>
          <p:cNvSpPr txBox="1"/>
          <p:nvPr/>
        </p:nvSpPr>
        <p:spPr>
          <a:xfrm>
            <a:off x="3682660" y="685591"/>
            <a:ext cx="1917576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Bedding Area 001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02E6B9B-86DB-9A77-0F59-3E9372CE2731}"/>
              </a:ext>
            </a:extLst>
          </p:cNvPr>
          <p:cNvSpPr/>
          <p:nvPr/>
        </p:nvSpPr>
        <p:spPr>
          <a:xfrm>
            <a:off x="4641448" y="1799863"/>
            <a:ext cx="1788289" cy="1643605"/>
          </a:xfrm>
          <a:custGeom>
            <a:avLst/>
            <a:gdLst>
              <a:gd name="csX0" fmla="*/ 295155 w 1788289"/>
              <a:gd name="csY0" fmla="*/ 144684 h 1643605"/>
              <a:gd name="csX1" fmla="*/ 0 w 1788289"/>
              <a:gd name="csY1" fmla="*/ 474562 h 1643605"/>
              <a:gd name="csX2" fmla="*/ 0 w 1788289"/>
              <a:gd name="csY2" fmla="*/ 850740 h 1643605"/>
              <a:gd name="csX3" fmla="*/ 190982 w 1788289"/>
              <a:gd name="csY3" fmla="*/ 1186405 h 1643605"/>
              <a:gd name="csX4" fmla="*/ 544010 w 1788289"/>
              <a:gd name="csY4" fmla="*/ 1383175 h 1643605"/>
              <a:gd name="csX5" fmla="*/ 810228 w 1788289"/>
              <a:gd name="csY5" fmla="*/ 1406324 h 1643605"/>
              <a:gd name="csX6" fmla="*/ 1313727 w 1788289"/>
              <a:gd name="csY6" fmla="*/ 1493134 h 1643605"/>
              <a:gd name="csX7" fmla="*/ 1614668 w 1788289"/>
              <a:gd name="csY7" fmla="*/ 1643605 h 1643605"/>
              <a:gd name="csX8" fmla="*/ 1695691 w 1788289"/>
              <a:gd name="csY8" fmla="*/ 1643605 h 1643605"/>
              <a:gd name="csX9" fmla="*/ 1788289 w 1788289"/>
              <a:gd name="csY9" fmla="*/ 1400537 h 1643605"/>
              <a:gd name="csX10" fmla="*/ 1759352 w 1788289"/>
              <a:gd name="csY10" fmla="*/ 1128532 h 1643605"/>
              <a:gd name="csX11" fmla="*/ 1620456 w 1788289"/>
              <a:gd name="csY11" fmla="*/ 601884 h 1643605"/>
              <a:gd name="csX12" fmla="*/ 1493134 w 1788289"/>
              <a:gd name="csY12" fmla="*/ 318304 h 1643605"/>
              <a:gd name="csX13" fmla="*/ 1435261 w 1788289"/>
              <a:gd name="csY13" fmla="*/ 138896 h 1643605"/>
              <a:gd name="csX14" fmla="*/ 1215342 w 1788289"/>
              <a:gd name="csY14" fmla="*/ 0 h 1643605"/>
              <a:gd name="csX15" fmla="*/ 462987 w 1788289"/>
              <a:gd name="csY15" fmla="*/ 11575 h 1643605"/>
              <a:gd name="csX16" fmla="*/ 497711 w 1788289"/>
              <a:gd name="csY16" fmla="*/ 0 h 1643605"/>
              <a:gd name="csX17" fmla="*/ 422476 w 1788289"/>
              <a:gd name="csY17" fmla="*/ 63661 h 16436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788289" h="1643605">
                <a:moveTo>
                  <a:pt x="295155" y="144684"/>
                </a:moveTo>
                <a:lnTo>
                  <a:pt x="0" y="474562"/>
                </a:lnTo>
                <a:lnTo>
                  <a:pt x="0" y="850740"/>
                </a:lnTo>
                <a:lnTo>
                  <a:pt x="190982" y="1186405"/>
                </a:lnTo>
                <a:lnTo>
                  <a:pt x="544010" y="1383175"/>
                </a:lnTo>
                <a:lnTo>
                  <a:pt x="810228" y="1406324"/>
                </a:lnTo>
                <a:lnTo>
                  <a:pt x="1313727" y="1493134"/>
                </a:lnTo>
                <a:lnTo>
                  <a:pt x="1614668" y="1643605"/>
                </a:lnTo>
                <a:lnTo>
                  <a:pt x="1695691" y="1643605"/>
                </a:lnTo>
                <a:lnTo>
                  <a:pt x="1788289" y="1400537"/>
                </a:lnTo>
                <a:lnTo>
                  <a:pt x="1759352" y="1128532"/>
                </a:lnTo>
                <a:lnTo>
                  <a:pt x="1620456" y="601884"/>
                </a:lnTo>
                <a:lnTo>
                  <a:pt x="1493134" y="318304"/>
                </a:lnTo>
                <a:lnTo>
                  <a:pt x="1435261" y="138896"/>
                </a:lnTo>
                <a:lnTo>
                  <a:pt x="1215342" y="0"/>
                </a:lnTo>
                <a:lnTo>
                  <a:pt x="462987" y="11575"/>
                </a:lnTo>
                <a:lnTo>
                  <a:pt x="497711" y="0"/>
                </a:lnTo>
                <a:lnTo>
                  <a:pt x="422476" y="63661"/>
                </a:lnTo>
              </a:path>
            </a:pathLst>
          </a:custGeom>
          <a:solidFill>
            <a:srgbClr val="0033CC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24314-B9A6-16EA-C535-0EDDA762F18A}"/>
              </a:ext>
            </a:extLst>
          </p:cNvPr>
          <p:cNvSpPr/>
          <p:nvPr/>
        </p:nvSpPr>
        <p:spPr>
          <a:xfrm>
            <a:off x="1921397" y="3084653"/>
            <a:ext cx="1562583" cy="1904036"/>
          </a:xfrm>
          <a:custGeom>
            <a:avLst/>
            <a:gdLst>
              <a:gd name="csX0" fmla="*/ 40512 w 1562583"/>
              <a:gd name="csY0" fmla="*/ 1753565 h 1904036"/>
              <a:gd name="csX1" fmla="*/ 549798 w 1562583"/>
              <a:gd name="csY1" fmla="*/ 1904036 h 1904036"/>
              <a:gd name="csX2" fmla="*/ 613459 w 1562583"/>
              <a:gd name="csY2" fmla="*/ 1904036 h 1904036"/>
              <a:gd name="csX3" fmla="*/ 1111170 w 1562583"/>
              <a:gd name="csY3" fmla="*/ 1851950 h 1904036"/>
              <a:gd name="csX4" fmla="*/ 1290578 w 1562583"/>
              <a:gd name="csY4" fmla="*/ 1898248 h 1904036"/>
              <a:gd name="csX5" fmla="*/ 1417899 w 1562583"/>
              <a:gd name="csY5" fmla="*/ 1805651 h 1904036"/>
              <a:gd name="csX6" fmla="*/ 1435261 w 1562583"/>
              <a:gd name="csY6" fmla="*/ 1261641 h 1904036"/>
              <a:gd name="csX7" fmla="*/ 1504709 w 1562583"/>
              <a:gd name="csY7" fmla="*/ 868101 h 1904036"/>
              <a:gd name="csX8" fmla="*/ 1562583 w 1562583"/>
              <a:gd name="csY8" fmla="*/ 439838 h 1904036"/>
              <a:gd name="csX9" fmla="*/ 1342664 w 1562583"/>
              <a:gd name="csY9" fmla="*/ 86810 h 1904036"/>
              <a:gd name="csX10" fmla="*/ 804441 w 1562583"/>
              <a:gd name="csY10" fmla="*/ 0 h 1904036"/>
              <a:gd name="csX11" fmla="*/ 277793 w 1562583"/>
              <a:gd name="csY11" fmla="*/ 11575 h 1904036"/>
              <a:gd name="csX12" fmla="*/ 0 w 1562583"/>
              <a:gd name="csY12" fmla="*/ 277793 h 1904036"/>
              <a:gd name="csX13" fmla="*/ 121535 w 1562583"/>
              <a:gd name="csY13" fmla="*/ 833377 h 1904036"/>
              <a:gd name="csX14" fmla="*/ 92598 w 1562583"/>
              <a:gd name="csY14" fmla="*/ 1336876 h 1904036"/>
              <a:gd name="csX15" fmla="*/ 57874 w 1562583"/>
              <a:gd name="csY15" fmla="*/ 1632031 h 1904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562583" h="1904036">
                <a:moveTo>
                  <a:pt x="40512" y="1753565"/>
                </a:moveTo>
                <a:lnTo>
                  <a:pt x="549798" y="1904036"/>
                </a:lnTo>
                <a:lnTo>
                  <a:pt x="613459" y="1904036"/>
                </a:lnTo>
                <a:lnTo>
                  <a:pt x="1111170" y="1851950"/>
                </a:lnTo>
                <a:cubicBezTo>
                  <a:pt x="1239698" y="1859510"/>
                  <a:pt x="1180171" y="1843045"/>
                  <a:pt x="1290578" y="1898248"/>
                </a:cubicBezTo>
                <a:lnTo>
                  <a:pt x="1417899" y="1805651"/>
                </a:lnTo>
                <a:lnTo>
                  <a:pt x="1435261" y="1261641"/>
                </a:lnTo>
                <a:lnTo>
                  <a:pt x="1504709" y="868101"/>
                </a:lnTo>
                <a:lnTo>
                  <a:pt x="1562583" y="439838"/>
                </a:lnTo>
                <a:lnTo>
                  <a:pt x="1342664" y="86810"/>
                </a:lnTo>
                <a:lnTo>
                  <a:pt x="804441" y="0"/>
                </a:lnTo>
                <a:lnTo>
                  <a:pt x="277793" y="11575"/>
                </a:lnTo>
                <a:lnTo>
                  <a:pt x="0" y="277793"/>
                </a:lnTo>
                <a:lnTo>
                  <a:pt x="121535" y="833377"/>
                </a:lnTo>
                <a:lnTo>
                  <a:pt x="92598" y="1336876"/>
                </a:lnTo>
                <a:lnTo>
                  <a:pt x="57874" y="1632031"/>
                </a:lnTo>
              </a:path>
            </a:pathLst>
          </a:custGeom>
          <a:solidFill>
            <a:srgbClr val="0033CC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9CC27-DBB9-D55B-EAE2-47895C07A3F0}"/>
              </a:ext>
            </a:extLst>
          </p:cNvPr>
          <p:cNvSpPr txBox="1"/>
          <p:nvPr/>
        </p:nvSpPr>
        <p:spPr>
          <a:xfrm>
            <a:off x="0" y="-4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Fort Concept – V001</a:t>
            </a:r>
          </a:p>
        </p:txBody>
      </p:sp>
    </p:spTree>
    <p:extLst>
      <p:ext uri="{BB962C8B-B14F-4D97-AF65-F5344CB8AC3E}">
        <p14:creationId xmlns:p14="http://schemas.microsoft.com/office/powerpoint/2010/main" val="237520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A264-5BCA-C6D0-62B8-FC1173C9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620C97-591C-F15C-3D2C-A19B88861524}"/>
              </a:ext>
            </a:extLst>
          </p:cNvPr>
          <p:cNvSpPr txBox="1"/>
          <p:nvPr/>
        </p:nvSpPr>
        <p:spPr>
          <a:xfrm>
            <a:off x="2785691" y="593258"/>
            <a:ext cx="970394" cy="64633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ED973"/>
                </a:solidFill>
              </a:rPr>
              <a:t>Feeding</a:t>
            </a:r>
            <a:br>
              <a:rPr lang="en-US" dirty="0">
                <a:solidFill>
                  <a:srgbClr val="8ED973"/>
                </a:solidFill>
              </a:rPr>
            </a:br>
            <a:r>
              <a:rPr lang="en-US" dirty="0">
                <a:solidFill>
                  <a:srgbClr val="8ED973"/>
                </a:solidFill>
              </a:rPr>
              <a:t>Lane 3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1E2B860-4E3E-2203-9BB9-2636E9CB39D3}"/>
              </a:ext>
            </a:extLst>
          </p:cNvPr>
          <p:cNvSpPr/>
          <p:nvPr/>
        </p:nvSpPr>
        <p:spPr>
          <a:xfrm>
            <a:off x="6852863" y="1890444"/>
            <a:ext cx="1171254" cy="3071974"/>
          </a:xfrm>
          <a:custGeom>
            <a:avLst/>
            <a:gdLst>
              <a:gd name="csX0" fmla="*/ 1150705 w 1202076"/>
              <a:gd name="csY0" fmla="*/ 3821987 h 3873358"/>
              <a:gd name="csX1" fmla="*/ 1202076 w 1202076"/>
              <a:gd name="csY1" fmla="*/ 0 h 3873358"/>
              <a:gd name="csX2" fmla="*/ 61645 w 1202076"/>
              <a:gd name="csY2" fmla="*/ 10275 h 3873358"/>
              <a:gd name="csX3" fmla="*/ 0 w 1202076"/>
              <a:gd name="csY3" fmla="*/ 3873358 h 3873358"/>
              <a:gd name="csX4" fmla="*/ 1150705 w 1202076"/>
              <a:gd name="csY4" fmla="*/ 3821987 h 3873358"/>
              <a:gd name="csX0" fmla="*/ 1140431 w 1191802"/>
              <a:gd name="csY0" fmla="*/ 3821987 h 3821987"/>
              <a:gd name="csX1" fmla="*/ 1191802 w 1191802"/>
              <a:gd name="csY1" fmla="*/ 0 h 3821987"/>
              <a:gd name="csX2" fmla="*/ 51371 w 1191802"/>
              <a:gd name="csY2" fmla="*/ 10275 h 3821987"/>
              <a:gd name="csX3" fmla="*/ 0 w 1191802"/>
              <a:gd name="csY3" fmla="*/ 3359651 h 3821987"/>
              <a:gd name="csX4" fmla="*/ 1140431 w 1191802"/>
              <a:gd name="csY4" fmla="*/ 3821987 h 3821987"/>
              <a:gd name="csX0" fmla="*/ 1119883 w 1191802"/>
              <a:gd name="csY0" fmla="*/ 3369924 h 3369924"/>
              <a:gd name="csX1" fmla="*/ 1191802 w 1191802"/>
              <a:gd name="csY1" fmla="*/ 0 h 3369924"/>
              <a:gd name="csX2" fmla="*/ 51371 w 1191802"/>
              <a:gd name="csY2" fmla="*/ 10275 h 3369924"/>
              <a:gd name="csX3" fmla="*/ 0 w 1191802"/>
              <a:gd name="csY3" fmla="*/ 3359651 h 3369924"/>
              <a:gd name="csX4" fmla="*/ 1119883 w 1191802"/>
              <a:gd name="csY4" fmla="*/ 3369924 h 3369924"/>
              <a:gd name="csX0" fmla="*/ 1119883 w 1171254"/>
              <a:gd name="csY0" fmla="*/ 3359649 h 3359649"/>
              <a:gd name="csX1" fmla="*/ 1171254 w 1171254"/>
              <a:gd name="csY1" fmla="*/ 287675 h 3359649"/>
              <a:gd name="csX2" fmla="*/ 51371 w 1171254"/>
              <a:gd name="csY2" fmla="*/ 0 h 3359649"/>
              <a:gd name="csX3" fmla="*/ 0 w 1171254"/>
              <a:gd name="csY3" fmla="*/ 3349376 h 3359649"/>
              <a:gd name="csX4" fmla="*/ 1119883 w 1171254"/>
              <a:gd name="csY4" fmla="*/ 3359649 h 3359649"/>
              <a:gd name="csX0" fmla="*/ 1119883 w 1171254"/>
              <a:gd name="csY0" fmla="*/ 3071974 h 3071974"/>
              <a:gd name="csX1" fmla="*/ 1171254 w 1171254"/>
              <a:gd name="csY1" fmla="*/ 0 h 3071974"/>
              <a:gd name="csX2" fmla="*/ 41097 w 1171254"/>
              <a:gd name="csY2" fmla="*/ 41098 h 3071974"/>
              <a:gd name="csX3" fmla="*/ 0 w 1171254"/>
              <a:gd name="csY3" fmla="*/ 3061701 h 3071974"/>
              <a:gd name="csX4" fmla="*/ 1119883 w 1171254"/>
              <a:gd name="csY4" fmla="*/ 3071974 h 3071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4" h="3071974">
                <a:moveTo>
                  <a:pt x="1119883" y="3071974"/>
                </a:moveTo>
                <a:lnTo>
                  <a:pt x="1171254" y="0"/>
                </a:lnTo>
                <a:lnTo>
                  <a:pt x="41097" y="41098"/>
                </a:lnTo>
                <a:lnTo>
                  <a:pt x="0" y="3061701"/>
                </a:lnTo>
                <a:lnTo>
                  <a:pt x="1119883" y="3071974"/>
                </a:lnTo>
                <a:close/>
              </a:path>
            </a:pathLst>
          </a:custGeom>
          <a:solidFill>
            <a:srgbClr val="8ED973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11A25D-35F8-4902-CC2E-DB2FDDD31934}"/>
              </a:ext>
            </a:extLst>
          </p:cNvPr>
          <p:cNvSpPr/>
          <p:nvPr/>
        </p:nvSpPr>
        <p:spPr>
          <a:xfrm>
            <a:off x="2679646" y="2025392"/>
            <a:ext cx="1756881" cy="2856216"/>
          </a:xfrm>
          <a:custGeom>
            <a:avLst/>
            <a:gdLst>
              <a:gd name="csX0" fmla="*/ 1150705 w 1202076"/>
              <a:gd name="csY0" fmla="*/ 3821987 h 3873358"/>
              <a:gd name="csX1" fmla="*/ 1202076 w 1202076"/>
              <a:gd name="csY1" fmla="*/ 0 h 3873358"/>
              <a:gd name="csX2" fmla="*/ 61645 w 1202076"/>
              <a:gd name="csY2" fmla="*/ 10275 h 3873358"/>
              <a:gd name="csX3" fmla="*/ 0 w 1202076"/>
              <a:gd name="csY3" fmla="*/ 3873358 h 3873358"/>
              <a:gd name="csX4" fmla="*/ 1150705 w 1202076"/>
              <a:gd name="csY4" fmla="*/ 3821987 h 3873358"/>
              <a:gd name="csX0" fmla="*/ 1263721 w 1315092"/>
              <a:gd name="csY0" fmla="*/ 3821987 h 3821987"/>
              <a:gd name="csX1" fmla="*/ 1315092 w 1315092"/>
              <a:gd name="csY1" fmla="*/ 0 h 3821987"/>
              <a:gd name="csX2" fmla="*/ 174661 w 1315092"/>
              <a:gd name="csY2" fmla="*/ 10275 h 3821987"/>
              <a:gd name="csX3" fmla="*/ 0 w 1315092"/>
              <a:gd name="csY3" fmla="*/ 3616504 h 3821987"/>
              <a:gd name="csX4" fmla="*/ 1263721 w 1315092"/>
              <a:gd name="csY4" fmla="*/ 3821987 h 3821987"/>
              <a:gd name="csX0" fmla="*/ 1705509 w 1756880"/>
              <a:gd name="csY0" fmla="*/ 3821987 h 3821987"/>
              <a:gd name="csX1" fmla="*/ 1756880 w 1756880"/>
              <a:gd name="csY1" fmla="*/ 0 h 3821987"/>
              <a:gd name="csX2" fmla="*/ 0 w 1756880"/>
              <a:gd name="csY2" fmla="*/ 205484 h 3821987"/>
              <a:gd name="csX3" fmla="*/ 441788 w 1756880"/>
              <a:gd name="csY3" fmla="*/ 3616504 h 3821987"/>
              <a:gd name="csX4" fmla="*/ 1705509 w 1756880"/>
              <a:gd name="csY4" fmla="*/ 3821987 h 3821987"/>
              <a:gd name="csX0" fmla="*/ 1705509 w 1705509"/>
              <a:gd name="csY0" fmla="*/ 4089115 h 4089115"/>
              <a:gd name="csX1" fmla="*/ 1253447 w 1705509"/>
              <a:gd name="csY1" fmla="*/ 0 h 4089115"/>
              <a:gd name="csX2" fmla="*/ 0 w 1705509"/>
              <a:gd name="csY2" fmla="*/ 472612 h 4089115"/>
              <a:gd name="csX3" fmla="*/ 441788 w 1705509"/>
              <a:gd name="csY3" fmla="*/ 3883632 h 4089115"/>
              <a:gd name="csX4" fmla="*/ 1705509 w 1705509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482885 w 1746606"/>
              <a:gd name="csY3" fmla="*/ 3883632 h 4089115"/>
              <a:gd name="csX4" fmla="*/ 1746606 w 1746606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503433 w 1746606"/>
              <a:gd name="csY3" fmla="*/ 4006922 h 4089115"/>
              <a:gd name="csX4" fmla="*/ 1746606 w 1746606"/>
              <a:gd name="csY4" fmla="*/ 4089115 h 4089115"/>
              <a:gd name="csX0" fmla="*/ 1726058 w 1726058"/>
              <a:gd name="csY0" fmla="*/ 3986373 h 4006922"/>
              <a:gd name="csX1" fmla="*/ 1294544 w 1726058"/>
              <a:gd name="csY1" fmla="*/ 0 h 4006922"/>
              <a:gd name="csX2" fmla="*/ 0 w 1726058"/>
              <a:gd name="csY2" fmla="*/ 20549 h 4006922"/>
              <a:gd name="csX3" fmla="*/ 503433 w 1726058"/>
              <a:gd name="csY3" fmla="*/ 4006922 h 4006922"/>
              <a:gd name="csX4" fmla="*/ 1726058 w 1726058"/>
              <a:gd name="csY4" fmla="*/ 3986373 h 4006922"/>
              <a:gd name="csX0" fmla="*/ 1869896 w 1869896"/>
              <a:gd name="csY0" fmla="*/ 3986373 h 4006922"/>
              <a:gd name="csX1" fmla="*/ 1438382 w 1869896"/>
              <a:gd name="csY1" fmla="*/ 0 h 4006922"/>
              <a:gd name="csX2" fmla="*/ 0 w 1869896"/>
              <a:gd name="csY2" fmla="*/ 565080 h 4006922"/>
              <a:gd name="csX3" fmla="*/ 647271 w 1869896"/>
              <a:gd name="csY3" fmla="*/ 4006922 h 4006922"/>
              <a:gd name="csX4" fmla="*/ 1869896 w 1869896"/>
              <a:gd name="csY4" fmla="*/ 3986373 h 4006922"/>
              <a:gd name="csX0" fmla="*/ 1869896 w 1869896"/>
              <a:gd name="csY0" fmla="*/ 3503487 h 3524036"/>
              <a:gd name="csX1" fmla="*/ 1469205 w 1869896"/>
              <a:gd name="csY1" fmla="*/ 0 h 3524036"/>
              <a:gd name="csX2" fmla="*/ 0 w 1869896"/>
              <a:gd name="csY2" fmla="*/ 82194 h 3524036"/>
              <a:gd name="csX3" fmla="*/ 647271 w 1869896"/>
              <a:gd name="csY3" fmla="*/ 3524036 h 3524036"/>
              <a:gd name="csX4" fmla="*/ 1869896 w 1869896"/>
              <a:gd name="csY4" fmla="*/ 3503487 h 3524036"/>
              <a:gd name="csX0" fmla="*/ 1818525 w 1818525"/>
              <a:gd name="csY0" fmla="*/ 3154166 h 3524036"/>
              <a:gd name="csX1" fmla="*/ 1469205 w 1818525"/>
              <a:gd name="csY1" fmla="*/ 0 h 3524036"/>
              <a:gd name="csX2" fmla="*/ 0 w 1818525"/>
              <a:gd name="csY2" fmla="*/ 82194 h 3524036"/>
              <a:gd name="csX3" fmla="*/ 647271 w 1818525"/>
              <a:gd name="csY3" fmla="*/ 3524036 h 3524036"/>
              <a:gd name="csX4" fmla="*/ 1818525 w 1818525"/>
              <a:gd name="csY4" fmla="*/ 3154166 h 3524036"/>
              <a:gd name="csX0" fmla="*/ 1818525 w 1818525"/>
              <a:gd name="csY0" fmla="*/ 3154166 h 3154166"/>
              <a:gd name="csX1" fmla="*/ 1469205 w 1818525"/>
              <a:gd name="csY1" fmla="*/ 0 h 3154166"/>
              <a:gd name="csX2" fmla="*/ 0 w 1818525"/>
              <a:gd name="csY2" fmla="*/ 82194 h 3154166"/>
              <a:gd name="csX3" fmla="*/ 595901 w 1818525"/>
              <a:gd name="csY3" fmla="*/ 3113070 h 3154166"/>
              <a:gd name="csX4" fmla="*/ 1818525 w 1818525"/>
              <a:gd name="csY4" fmla="*/ 3154166 h 3154166"/>
              <a:gd name="csX0" fmla="*/ 1818525 w 1818525"/>
              <a:gd name="csY0" fmla="*/ 3071973 h 3071973"/>
              <a:gd name="csX1" fmla="*/ 1479479 w 1818525"/>
              <a:gd name="csY1" fmla="*/ 0 h 3071973"/>
              <a:gd name="csX2" fmla="*/ 0 w 1818525"/>
              <a:gd name="csY2" fmla="*/ 1 h 3071973"/>
              <a:gd name="csX3" fmla="*/ 595901 w 1818525"/>
              <a:gd name="csY3" fmla="*/ 3030877 h 3071973"/>
              <a:gd name="csX4" fmla="*/ 1818525 w 1818525"/>
              <a:gd name="csY4" fmla="*/ 3071973 h 3071973"/>
              <a:gd name="csX0" fmla="*/ 1797977 w 1797977"/>
              <a:gd name="csY0" fmla="*/ 3071973 h 3071973"/>
              <a:gd name="csX1" fmla="*/ 1458931 w 1797977"/>
              <a:gd name="csY1" fmla="*/ 0 h 3071973"/>
              <a:gd name="csX2" fmla="*/ 0 w 1797977"/>
              <a:gd name="csY2" fmla="*/ 41098 h 3071973"/>
              <a:gd name="csX3" fmla="*/ 575353 w 1797977"/>
              <a:gd name="csY3" fmla="*/ 3030877 h 3071973"/>
              <a:gd name="csX4" fmla="*/ 1797977 w 1797977"/>
              <a:gd name="csY4" fmla="*/ 3071973 h 3071973"/>
              <a:gd name="csX0" fmla="*/ 1787703 w 1787703"/>
              <a:gd name="csY0" fmla="*/ 2979506 h 3030877"/>
              <a:gd name="csX1" fmla="*/ 1458931 w 1787703"/>
              <a:gd name="csY1" fmla="*/ 0 h 3030877"/>
              <a:gd name="csX2" fmla="*/ 0 w 1787703"/>
              <a:gd name="csY2" fmla="*/ 41098 h 3030877"/>
              <a:gd name="csX3" fmla="*/ 575353 w 1787703"/>
              <a:gd name="csY3" fmla="*/ 3030877 h 3030877"/>
              <a:gd name="csX4" fmla="*/ 1787703 w 1787703"/>
              <a:gd name="csY4" fmla="*/ 2979506 h 3030877"/>
              <a:gd name="csX0" fmla="*/ 1787703 w 1787703"/>
              <a:gd name="csY0" fmla="*/ 2979506 h 2979506"/>
              <a:gd name="csX1" fmla="*/ 1458931 w 1787703"/>
              <a:gd name="csY1" fmla="*/ 0 h 2979506"/>
              <a:gd name="csX2" fmla="*/ 0 w 1787703"/>
              <a:gd name="csY2" fmla="*/ 41098 h 2979506"/>
              <a:gd name="csX3" fmla="*/ 565078 w 1787703"/>
              <a:gd name="csY3" fmla="*/ 2928135 h 2979506"/>
              <a:gd name="csX4" fmla="*/ 1787703 w 1787703"/>
              <a:gd name="csY4" fmla="*/ 2979506 h 2979506"/>
              <a:gd name="csX0" fmla="*/ 1756881 w 1756881"/>
              <a:gd name="csY0" fmla="*/ 2979506 h 2979506"/>
              <a:gd name="csX1" fmla="*/ 1428109 w 1756881"/>
              <a:gd name="csY1" fmla="*/ 0 h 2979506"/>
              <a:gd name="csX2" fmla="*/ 0 w 1756881"/>
              <a:gd name="csY2" fmla="*/ 143840 h 2979506"/>
              <a:gd name="csX3" fmla="*/ 534256 w 1756881"/>
              <a:gd name="csY3" fmla="*/ 2928135 h 2979506"/>
              <a:gd name="csX4" fmla="*/ 1756881 w 1756881"/>
              <a:gd name="csY4" fmla="*/ 2979506 h 2979506"/>
              <a:gd name="csX0" fmla="*/ 1756881 w 1756881"/>
              <a:gd name="csY0" fmla="*/ 2856216 h 2856216"/>
              <a:gd name="csX1" fmla="*/ 1428109 w 1756881"/>
              <a:gd name="csY1" fmla="*/ 0 h 2856216"/>
              <a:gd name="csX2" fmla="*/ 0 w 1756881"/>
              <a:gd name="csY2" fmla="*/ 20550 h 2856216"/>
              <a:gd name="csX3" fmla="*/ 534256 w 1756881"/>
              <a:gd name="csY3" fmla="*/ 2804845 h 2856216"/>
              <a:gd name="csX4" fmla="*/ 1756881 w 1756881"/>
              <a:gd name="csY4" fmla="*/ 2856216 h 2856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6881" h="2856216">
                <a:moveTo>
                  <a:pt x="1756881" y="2856216"/>
                </a:moveTo>
                <a:lnTo>
                  <a:pt x="1428109" y="0"/>
                </a:lnTo>
                <a:lnTo>
                  <a:pt x="0" y="20550"/>
                </a:lnTo>
                <a:lnTo>
                  <a:pt x="534256" y="2804845"/>
                </a:lnTo>
                <a:lnTo>
                  <a:pt x="1756881" y="2856216"/>
                </a:lnTo>
                <a:close/>
              </a:path>
            </a:pathLst>
          </a:custGeom>
          <a:solidFill>
            <a:srgbClr val="8ED973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F88B8A-6885-7094-07E4-EBAEC61623C1}"/>
              </a:ext>
            </a:extLst>
          </p:cNvPr>
          <p:cNvSpPr/>
          <p:nvPr/>
        </p:nvSpPr>
        <p:spPr>
          <a:xfrm>
            <a:off x="5043658" y="1938232"/>
            <a:ext cx="1356187" cy="3030877"/>
          </a:xfrm>
          <a:custGeom>
            <a:avLst/>
            <a:gdLst>
              <a:gd name="csX0" fmla="*/ 1150705 w 1202076"/>
              <a:gd name="csY0" fmla="*/ 3821987 h 3873358"/>
              <a:gd name="csX1" fmla="*/ 1202076 w 1202076"/>
              <a:gd name="csY1" fmla="*/ 0 h 3873358"/>
              <a:gd name="csX2" fmla="*/ 61645 w 1202076"/>
              <a:gd name="csY2" fmla="*/ 10275 h 3873358"/>
              <a:gd name="csX3" fmla="*/ 0 w 1202076"/>
              <a:gd name="csY3" fmla="*/ 3873358 h 3873358"/>
              <a:gd name="csX4" fmla="*/ 1150705 w 1202076"/>
              <a:gd name="csY4" fmla="*/ 3821987 h 3873358"/>
              <a:gd name="csX0" fmla="*/ 1263721 w 1315092"/>
              <a:gd name="csY0" fmla="*/ 3821987 h 3821987"/>
              <a:gd name="csX1" fmla="*/ 1315092 w 1315092"/>
              <a:gd name="csY1" fmla="*/ 0 h 3821987"/>
              <a:gd name="csX2" fmla="*/ 174661 w 1315092"/>
              <a:gd name="csY2" fmla="*/ 10275 h 3821987"/>
              <a:gd name="csX3" fmla="*/ 0 w 1315092"/>
              <a:gd name="csY3" fmla="*/ 3616504 h 3821987"/>
              <a:gd name="csX4" fmla="*/ 1263721 w 1315092"/>
              <a:gd name="csY4" fmla="*/ 3821987 h 3821987"/>
              <a:gd name="csX0" fmla="*/ 1705509 w 1756880"/>
              <a:gd name="csY0" fmla="*/ 3821987 h 3821987"/>
              <a:gd name="csX1" fmla="*/ 1756880 w 1756880"/>
              <a:gd name="csY1" fmla="*/ 0 h 3821987"/>
              <a:gd name="csX2" fmla="*/ 0 w 1756880"/>
              <a:gd name="csY2" fmla="*/ 205484 h 3821987"/>
              <a:gd name="csX3" fmla="*/ 441788 w 1756880"/>
              <a:gd name="csY3" fmla="*/ 3616504 h 3821987"/>
              <a:gd name="csX4" fmla="*/ 1705509 w 1756880"/>
              <a:gd name="csY4" fmla="*/ 3821987 h 3821987"/>
              <a:gd name="csX0" fmla="*/ 1705509 w 1705509"/>
              <a:gd name="csY0" fmla="*/ 4089115 h 4089115"/>
              <a:gd name="csX1" fmla="*/ 1253447 w 1705509"/>
              <a:gd name="csY1" fmla="*/ 0 h 4089115"/>
              <a:gd name="csX2" fmla="*/ 0 w 1705509"/>
              <a:gd name="csY2" fmla="*/ 472612 h 4089115"/>
              <a:gd name="csX3" fmla="*/ 441788 w 1705509"/>
              <a:gd name="csY3" fmla="*/ 3883632 h 4089115"/>
              <a:gd name="csX4" fmla="*/ 1705509 w 1705509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482885 w 1746606"/>
              <a:gd name="csY3" fmla="*/ 3883632 h 4089115"/>
              <a:gd name="csX4" fmla="*/ 1746606 w 1746606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503433 w 1746606"/>
              <a:gd name="csY3" fmla="*/ 4006922 h 4089115"/>
              <a:gd name="csX4" fmla="*/ 1746606 w 1746606"/>
              <a:gd name="csY4" fmla="*/ 4089115 h 4089115"/>
              <a:gd name="csX0" fmla="*/ 1726058 w 1726058"/>
              <a:gd name="csY0" fmla="*/ 3986373 h 4006922"/>
              <a:gd name="csX1" fmla="*/ 1294544 w 1726058"/>
              <a:gd name="csY1" fmla="*/ 0 h 4006922"/>
              <a:gd name="csX2" fmla="*/ 0 w 1726058"/>
              <a:gd name="csY2" fmla="*/ 20549 h 4006922"/>
              <a:gd name="csX3" fmla="*/ 503433 w 1726058"/>
              <a:gd name="csY3" fmla="*/ 4006922 h 4006922"/>
              <a:gd name="csX4" fmla="*/ 1726058 w 1726058"/>
              <a:gd name="csY4" fmla="*/ 3986373 h 4006922"/>
              <a:gd name="csX0" fmla="*/ 1726058 w 1726058"/>
              <a:gd name="csY0" fmla="*/ 3986373 h 3986373"/>
              <a:gd name="csX1" fmla="*/ 1294544 w 1726058"/>
              <a:gd name="csY1" fmla="*/ 0 h 3986373"/>
              <a:gd name="csX2" fmla="*/ 0 w 1726058"/>
              <a:gd name="csY2" fmla="*/ 20549 h 3986373"/>
              <a:gd name="csX3" fmla="*/ 493159 w 1726058"/>
              <a:gd name="csY3" fmla="*/ 3852810 h 3986373"/>
              <a:gd name="csX4" fmla="*/ 1726058 w 1726058"/>
              <a:gd name="csY4" fmla="*/ 3986373 h 3986373"/>
              <a:gd name="csX0" fmla="*/ 1623316 w 1623316"/>
              <a:gd name="csY0" fmla="*/ 4068566 h 4068566"/>
              <a:gd name="csX1" fmla="*/ 1294544 w 1623316"/>
              <a:gd name="csY1" fmla="*/ 0 h 4068566"/>
              <a:gd name="csX2" fmla="*/ 0 w 1623316"/>
              <a:gd name="csY2" fmla="*/ 20549 h 4068566"/>
              <a:gd name="csX3" fmla="*/ 493159 w 1623316"/>
              <a:gd name="csY3" fmla="*/ 3852810 h 4068566"/>
              <a:gd name="csX4" fmla="*/ 1623316 w 1623316"/>
              <a:gd name="csY4" fmla="*/ 4068566 h 4068566"/>
              <a:gd name="csX0" fmla="*/ 1428107 w 1428107"/>
              <a:gd name="csY0" fmla="*/ 4068566 h 4068566"/>
              <a:gd name="csX1" fmla="*/ 1099335 w 1428107"/>
              <a:gd name="csY1" fmla="*/ 0 h 4068566"/>
              <a:gd name="csX2" fmla="*/ 0 w 1428107"/>
              <a:gd name="csY2" fmla="*/ 164387 h 4068566"/>
              <a:gd name="csX3" fmla="*/ 297950 w 1428107"/>
              <a:gd name="csY3" fmla="*/ 3852810 h 4068566"/>
              <a:gd name="csX4" fmla="*/ 1428107 w 1428107"/>
              <a:gd name="csY4" fmla="*/ 4068566 h 4068566"/>
              <a:gd name="csX0" fmla="*/ 1428107 w 1428107"/>
              <a:gd name="csY0" fmla="*/ 4068566 h 4150760"/>
              <a:gd name="csX1" fmla="*/ 1099335 w 1428107"/>
              <a:gd name="csY1" fmla="*/ 0 h 4150760"/>
              <a:gd name="csX2" fmla="*/ 0 w 1428107"/>
              <a:gd name="csY2" fmla="*/ 164387 h 4150760"/>
              <a:gd name="csX3" fmla="*/ 297950 w 1428107"/>
              <a:gd name="csY3" fmla="*/ 4150760 h 4150760"/>
              <a:gd name="csX4" fmla="*/ 1428107 w 1428107"/>
              <a:gd name="csY4" fmla="*/ 4068566 h 4150760"/>
              <a:gd name="csX0" fmla="*/ 1428107 w 1428107"/>
              <a:gd name="csY0" fmla="*/ 4068566 h 4068566"/>
              <a:gd name="csX1" fmla="*/ 1099335 w 1428107"/>
              <a:gd name="csY1" fmla="*/ 0 h 4068566"/>
              <a:gd name="csX2" fmla="*/ 0 w 1428107"/>
              <a:gd name="csY2" fmla="*/ 164387 h 4068566"/>
              <a:gd name="csX3" fmla="*/ 277402 w 1428107"/>
              <a:gd name="csY3" fmla="*/ 3729520 h 4068566"/>
              <a:gd name="csX4" fmla="*/ 1428107 w 1428107"/>
              <a:gd name="csY4" fmla="*/ 4068566 h 4068566"/>
              <a:gd name="csX0" fmla="*/ 1397284 w 1397284"/>
              <a:gd name="csY0" fmla="*/ 3719244 h 3729520"/>
              <a:gd name="csX1" fmla="*/ 1099335 w 1397284"/>
              <a:gd name="csY1" fmla="*/ 0 h 3729520"/>
              <a:gd name="csX2" fmla="*/ 0 w 1397284"/>
              <a:gd name="csY2" fmla="*/ 164387 h 3729520"/>
              <a:gd name="csX3" fmla="*/ 277402 w 1397284"/>
              <a:gd name="csY3" fmla="*/ 3729520 h 3729520"/>
              <a:gd name="csX4" fmla="*/ 1397284 w 1397284"/>
              <a:gd name="csY4" fmla="*/ 3719244 h 3729520"/>
              <a:gd name="csX0" fmla="*/ 1397284 w 1397284"/>
              <a:gd name="csY0" fmla="*/ 3554857 h 3565133"/>
              <a:gd name="csX1" fmla="*/ 1119883 w 1397284"/>
              <a:gd name="csY1" fmla="*/ 400692 h 3565133"/>
              <a:gd name="csX2" fmla="*/ 0 w 1397284"/>
              <a:gd name="csY2" fmla="*/ 0 h 3565133"/>
              <a:gd name="csX3" fmla="*/ 277402 w 1397284"/>
              <a:gd name="csY3" fmla="*/ 3565133 h 3565133"/>
              <a:gd name="csX4" fmla="*/ 1397284 w 1397284"/>
              <a:gd name="csY4" fmla="*/ 3554857 h 3565133"/>
              <a:gd name="csX0" fmla="*/ 1356187 w 1356187"/>
              <a:gd name="csY0" fmla="*/ 3154165 h 3164441"/>
              <a:gd name="csX1" fmla="*/ 1078786 w 1356187"/>
              <a:gd name="csY1" fmla="*/ 0 h 3164441"/>
              <a:gd name="csX2" fmla="*/ 0 w 1356187"/>
              <a:gd name="csY2" fmla="*/ 133564 h 3164441"/>
              <a:gd name="csX3" fmla="*/ 236305 w 1356187"/>
              <a:gd name="csY3" fmla="*/ 3164441 h 3164441"/>
              <a:gd name="csX4" fmla="*/ 1356187 w 1356187"/>
              <a:gd name="csY4" fmla="*/ 3154165 h 3164441"/>
              <a:gd name="csX0" fmla="*/ 1356187 w 1356187"/>
              <a:gd name="csY0" fmla="*/ 3020601 h 3030877"/>
              <a:gd name="csX1" fmla="*/ 1078786 w 1356187"/>
              <a:gd name="csY1" fmla="*/ 10274 h 3030877"/>
              <a:gd name="csX2" fmla="*/ 0 w 1356187"/>
              <a:gd name="csY2" fmla="*/ 0 h 3030877"/>
              <a:gd name="csX3" fmla="*/ 236305 w 1356187"/>
              <a:gd name="csY3" fmla="*/ 3030877 h 3030877"/>
              <a:gd name="csX4" fmla="*/ 1356187 w 1356187"/>
              <a:gd name="csY4" fmla="*/ 3020601 h 30308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56187" h="3030877">
                <a:moveTo>
                  <a:pt x="1356187" y="3020601"/>
                </a:moveTo>
                <a:lnTo>
                  <a:pt x="1078786" y="10274"/>
                </a:lnTo>
                <a:lnTo>
                  <a:pt x="0" y="0"/>
                </a:lnTo>
                <a:lnTo>
                  <a:pt x="236305" y="3030877"/>
                </a:lnTo>
                <a:lnTo>
                  <a:pt x="1356187" y="3020601"/>
                </a:lnTo>
                <a:close/>
              </a:path>
            </a:pathLst>
          </a:custGeom>
          <a:solidFill>
            <a:srgbClr val="8ED973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17EC8-431F-91D3-3316-8869EF0D94B4}"/>
              </a:ext>
            </a:extLst>
          </p:cNvPr>
          <p:cNvSpPr txBox="1"/>
          <p:nvPr/>
        </p:nvSpPr>
        <p:spPr>
          <a:xfrm>
            <a:off x="5181038" y="593257"/>
            <a:ext cx="970394" cy="64633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ED973"/>
                </a:solidFill>
              </a:rPr>
              <a:t>Feeding</a:t>
            </a:r>
            <a:br>
              <a:rPr lang="en-US" dirty="0">
                <a:solidFill>
                  <a:srgbClr val="8ED973"/>
                </a:solidFill>
              </a:rPr>
            </a:br>
            <a:r>
              <a:rPr lang="en-US" dirty="0">
                <a:solidFill>
                  <a:srgbClr val="8ED973"/>
                </a:solidFill>
              </a:rPr>
              <a:t>Lane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02EB1-6EE7-156D-3951-D0D89AA027E1}"/>
              </a:ext>
            </a:extLst>
          </p:cNvPr>
          <p:cNvSpPr txBox="1"/>
          <p:nvPr/>
        </p:nvSpPr>
        <p:spPr>
          <a:xfrm>
            <a:off x="6958430" y="690692"/>
            <a:ext cx="970394" cy="64633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8ED973"/>
                </a:solidFill>
              </a:rPr>
              <a:t>Feeding</a:t>
            </a:r>
            <a:br>
              <a:rPr lang="en-US" dirty="0">
                <a:solidFill>
                  <a:srgbClr val="8ED973"/>
                </a:solidFill>
              </a:rPr>
            </a:br>
            <a:r>
              <a:rPr lang="en-US" dirty="0">
                <a:solidFill>
                  <a:srgbClr val="8ED973"/>
                </a:solidFill>
              </a:rPr>
              <a:t>Lane 1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86EB7A-C535-D299-70DA-92CBDB8AC62E}"/>
              </a:ext>
            </a:extLst>
          </p:cNvPr>
          <p:cNvSpPr/>
          <p:nvPr/>
        </p:nvSpPr>
        <p:spPr>
          <a:xfrm>
            <a:off x="788249" y="1859622"/>
            <a:ext cx="2373330" cy="3092521"/>
          </a:xfrm>
          <a:custGeom>
            <a:avLst/>
            <a:gdLst>
              <a:gd name="csX0" fmla="*/ 1150705 w 1202076"/>
              <a:gd name="csY0" fmla="*/ 3821987 h 3873358"/>
              <a:gd name="csX1" fmla="*/ 1202076 w 1202076"/>
              <a:gd name="csY1" fmla="*/ 0 h 3873358"/>
              <a:gd name="csX2" fmla="*/ 61645 w 1202076"/>
              <a:gd name="csY2" fmla="*/ 10275 h 3873358"/>
              <a:gd name="csX3" fmla="*/ 0 w 1202076"/>
              <a:gd name="csY3" fmla="*/ 3873358 h 3873358"/>
              <a:gd name="csX4" fmla="*/ 1150705 w 1202076"/>
              <a:gd name="csY4" fmla="*/ 3821987 h 3873358"/>
              <a:gd name="csX0" fmla="*/ 1263721 w 1315092"/>
              <a:gd name="csY0" fmla="*/ 3821987 h 3821987"/>
              <a:gd name="csX1" fmla="*/ 1315092 w 1315092"/>
              <a:gd name="csY1" fmla="*/ 0 h 3821987"/>
              <a:gd name="csX2" fmla="*/ 174661 w 1315092"/>
              <a:gd name="csY2" fmla="*/ 10275 h 3821987"/>
              <a:gd name="csX3" fmla="*/ 0 w 1315092"/>
              <a:gd name="csY3" fmla="*/ 3616504 h 3821987"/>
              <a:gd name="csX4" fmla="*/ 1263721 w 1315092"/>
              <a:gd name="csY4" fmla="*/ 3821987 h 3821987"/>
              <a:gd name="csX0" fmla="*/ 1705509 w 1756880"/>
              <a:gd name="csY0" fmla="*/ 3821987 h 3821987"/>
              <a:gd name="csX1" fmla="*/ 1756880 w 1756880"/>
              <a:gd name="csY1" fmla="*/ 0 h 3821987"/>
              <a:gd name="csX2" fmla="*/ 0 w 1756880"/>
              <a:gd name="csY2" fmla="*/ 205484 h 3821987"/>
              <a:gd name="csX3" fmla="*/ 441788 w 1756880"/>
              <a:gd name="csY3" fmla="*/ 3616504 h 3821987"/>
              <a:gd name="csX4" fmla="*/ 1705509 w 1756880"/>
              <a:gd name="csY4" fmla="*/ 3821987 h 3821987"/>
              <a:gd name="csX0" fmla="*/ 1705509 w 1705509"/>
              <a:gd name="csY0" fmla="*/ 4089115 h 4089115"/>
              <a:gd name="csX1" fmla="*/ 1253447 w 1705509"/>
              <a:gd name="csY1" fmla="*/ 0 h 4089115"/>
              <a:gd name="csX2" fmla="*/ 0 w 1705509"/>
              <a:gd name="csY2" fmla="*/ 472612 h 4089115"/>
              <a:gd name="csX3" fmla="*/ 441788 w 1705509"/>
              <a:gd name="csY3" fmla="*/ 3883632 h 4089115"/>
              <a:gd name="csX4" fmla="*/ 1705509 w 1705509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482885 w 1746606"/>
              <a:gd name="csY3" fmla="*/ 3883632 h 4089115"/>
              <a:gd name="csX4" fmla="*/ 1746606 w 1746606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503433 w 1746606"/>
              <a:gd name="csY3" fmla="*/ 4006922 h 4089115"/>
              <a:gd name="csX4" fmla="*/ 1746606 w 1746606"/>
              <a:gd name="csY4" fmla="*/ 4089115 h 4089115"/>
              <a:gd name="csX0" fmla="*/ 1726058 w 1726058"/>
              <a:gd name="csY0" fmla="*/ 3986373 h 4006922"/>
              <a:gd name="csX1" fmla="*/ 1294544 w 1726058"/>
              <a:gd name="csY1" fmla="*/ 0 h 4006922"/>
              <a:gd name="csX2" fmla="*/ 0 w 1726058"/>
              <a:gd name="csY2" fmla="*/ 20549 h 4006922"/>
              <a:gd name="csX3" fmla="*/ 503433 w 1726058"/>
              <a:gd name="csY3" fmla="*/ 4006922 h 4006922"/>
              <a:gd name="csX4" fmla="*/ 1726058 w 1726058"/>
              <a:gd name="csY4" fmla="*/ 3986373 h 4006922"/>
              <a:gd name="csX0" fmla="*/ 1726058 w 1726058"/>
              <a:gd name="csY0" fmla="*/ 3986373 h 3986373"/>
              <a:gd name="csX1" fmla="*/ 1294544 w 1726058"/>
              <a:gd name="csY1" fmla="*/ 0 h 3986373"/>
              <a:gd name="csX2" fmla="*/ 0 w 1726058"/>
              <a:gd name="csY2" fmla="*/ 20549 h 3986373"/>
              <a:gd name="csX3" fmla="*/ 102741 w 1726058"/>
              <a:gd name="csY3" fmla="*/ 3698698 h 3986373"/>
              <a:gd name="csX4" fmla="*/ 1726058 w 1726058"/>
              <a:gd name="csY4" fmla="*/ 3986373 h 3986373"/>
              <a:gd name="csX0" fmla="*/ 1726058 w 2003461"/>
              <a:gd name="csY0" fmla="*/ 4006921 h 4006921"/>
              <a:gd name="csX1" fmla="*/ 2003461 w 2003461"/>
              <a:gd name="csY1" fmla="*/ 0 h 4006921"/>
              <a:gd name="csX2" fmla="*/ 0 w 2003461"/>
              <a:gd name="csY2" fmla="*/ 41097 h 4006921"/>
              <a:gd name="csX3" fmla="*/ 102741 w 2003461"/>
              <a:gd name="csY3" fmla="*/ 3719246 h 4006921"/>
              <a:gd name="csX4" fmla="*/ 1726058 w 2003461"/>
              <a:gd name="csY4" fmla="*/ 4006921 h 4006921"/>
              <a:gd name="csX0" fmla="*/ 2486345 w 2486345"/>
              <a:gd name="csY0" fmla="*/ 3770615 h 3770615"/>
              <a:gd name="csX1" fmla="*/ 2003461 w 2486345"/>
              <a:gd name="csY1" fmla="*/ 0 h 3770615"/>
              <a:gd name="csX2" fmla="*/ 0 w 2486345"/>
              <a:gd name="csY2" fmla="*/ 41097 h 3770615"/>
              <a:gd name="csX3" fmla="*/ 102741 w 2486345"/>
              <a:gd name="csY3" fmla="*/ 3719246 h 3770615"/>
              <a:gd name="csX4" fmla="*/ 2486345 w 2486345"/>
              <a:gd name="csY4" fmla="*/ 3770615 h 3770615"/>
              <a:gd name="csX0" fmla="*/ 2619909 w 2619909"/>
              <a:gd name="csY0" fmla="*/ 3482939 h 3719246"/>
              <a:gd name="csX1" fmla="*/ 2003461 w 2619909"/>
              <a:gd name="csY1" fmla="*/ 0 h 3719246"/>
              <a:gd name="csX2" fmla="*/ 0 w 2619909"/>
              <a:gd name="csY2" fmla="*/ 41097 h 3719246"/>
              <a:gd name="csX3" fmla="*/ 102741 w 2619909"/>
              <a:gd name="csY3" fmla="*/ 3719246 h 3719246"/>
              <a:gd name="csX4" fmla="*/ 2619909 w 2619909"/>
              <a:gd name="csY4" fmla="*/ 3482939 h 3719246"/>
              <a:gd name="csX0" fmla="*/ 2619909 w 2619909"/>
              <a:gd name="csY0" fmla="*/ 3482939 h 3482939"/>
              <a:gd name="csX1" fmla="*/ 2003461 w 2619909"/>
              <a:gd name="csY1" fmla="*/ 0 h 3482939"/>
              <a:gd name="csX2" fmla="*/ 0 w 2619909"/>
              <a:gd name="csY2" fmla="*/ 41097 h 3482939"/>
              <a:gd name="csX3" fmla="*/ 246579 w 2619909"/>
              <a:gd name="csY3" fmla="*/ 3421296 h 3482939"/>
              <a:gd name="csX4" fmla="*/ 2619909 w 2619909"/>
              <a:gd name="csY4" fmla="*/ 3482939 h 3482939"/>
              <a:gd name="csX0" fmla="*/ 2373330 w 2373330"/>
              <a:gd name="csY0" fmla="*/ 3482939 h 3482939"/>
              <a:gd name="csX1" fmla="*/ 1756882 w 2373330"/>
              <a:gd name="csY1" fmla="*/ 0 h 3482939"/>
              <a:gd name="csX2" fmla="*/ 30823 w 2373330"/>
              <a:gd name="csY2" fmla="*/ 400693 h 3482939"/>
              <a:gd name="csX3" fmla="*/ 0 w 2373330"/>
              <a:gd name="csY3" fmla="*/ 3421296 h 3482939"/>
              <a:gd name="csX4" fmla="*/ 2373330 w 2373330"/>
              <a:gd name="csY4" fmla="*/ 3482939 h 3482939"/>
              <a:gd name="csX0" fmla="*/ 2373330 w 2373330"/>
              <a:gd name="csY0" fmla="*/ 3092521 h 3092521"/>
              <a:gd name="csX1" fmla="*/ 1746608 w 2373330"/>
              <a:gd name="csY1" fmla="*/ 0 h 3092521"/>
              <a:gd name="csX2" fmla="*/ 30823 w 2373330"/>
              <a:gd name="csY2" fmla="*/ 10275 h 3092521"/>
              <a:gd name="csX3" fmla="*/ 0 w 2373330"/>
              <a:gd name="csY3" fmla="*/ 3030878 h 3092521"/>
              <a:gd name="csX4" fmla="*/ 2373330 w 2373330"/>
              <a:gd name="csY4" fmla="*/ 3092521 h 3092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3330" h="3092521">
                <a:moveTo>
                  <a:pt x="2373330" y="3092521"/>
                </a:moveTo>
                <a:lnTo>
                  <a:pt x="1746608" y="0"/>
                </a:lnTo>
                <a:lnTo>
                  <a:pt x="30823" y="10275"/>
                </a:lnTo>
                <a:lnTo>
                  <a:pt x="0" y="3030878"/>
                </a:lnTo>
                <a:lnTo>
                  <a:pt x="2373330" y="3092521"/>
                </a:lnTo>
                <a:close/>
              </a:path>
            </a:pathLst>
          </a:custGeom>
          <a:solidFill>
            <a:srgbClr val="EB6161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96DFF-DE58-1A60-DB87-7847F89BC14E}"/>
              </a:ext>
            </a:extLst>
          </p:cNvPr>
          <p:cNvSpPr txBox="1"/>
          <p:nvPr/>
        </p:nvSpPr>
        <p:spPr>
          <a:xfrm>
            <a:off x="1163462" y="512227"/>
            <a:ext cx="998991" cy="64633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EB6161"/>
                </a:solidFill>
              </a:rPr>
              <a:t>Bedding</a:t>
            </a:r>
            <a:br>
              <a:rPr lang="en-US" dirty="0">
                <a:solidFill>
                  <a:srgbClr val="EB6161"/>
                </a:solidFill>
              </a:rPr>
            </a:br>
            <a:r>
              <a:rPr lang="en-US" dirty="0">
                <a:solidFill>
                  <a:srgbClr val="EB6161"/>
                </a:solidFill>
              </a:rPr>
              <a:t>Lane 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62ACABC-EFC5-3AE8-347D-16C09198AB6D}"/>
              </a:ext>
            </a:extLst>
          </p:cNvPr>
          <p:cNvSpPr/>
          <p:nvPr/>
        </p:nvSpPr>
        <p:spPr>
          <a:xfrm>
            <a:off x="4283848" y="1943369"/>
            <a:ext cx="893850" cy="2958958"/>
          </a:xfrm>
          <a:custGeom>
            <a:avLst/>
            <a:gdLst>
              <a:gd name="csX0" fmla="*/ 1150705 w 1202076"/>
              <a:gd name="csY0" fmla="*/ 3821987 h 3873358"/>
              <a:gd name="csX1" fmla="*/ 1202076 w 1202076"/>
              <a:gd name="csY1" fmla="*/ 0 h 3873358"/>
              <a:gd name="csX2" fmla="*/ 61645 w 1202076"/>
              <a:gd name="csY2" fmla="*/ 10275 h 3873358"/>
              <a:gd name="csX3" fmla="*/ 0 w 1202076"/>
              <a:gd name="csY3" fmla="*/ 3873358 h 3873358"/>
              <a:gd name="csX4" fmla="*/ 1150705 w 1202076"/>
              <a:gd name="csY4" fmla="*/ 3821987 h 3873358"/>
              <a:gd name="csX0" fmla="*/ 1263721 w 1315092"/>
              <a:gd name="csY0" fmla="*/ 3821987 h 3821987"/>
              <a:gd name="csX1" fmla="*/ 1315092 w 1315092"/>
              <a:gd name="csY1" fmla="*/ 0 h 3821987"/>
              <a:gd name="csX2" fmla="*/ 174661 w 1315092"/>
              <a:gd name="csY2" fmla="*/ 10275 h 3821987"/>
              <a:gd name="csX3" fmla="*/ 0 w 1315092"/>
              <a:gd name="csY3" fmla="*/ 3616504 h 3821987"/>
              <a:gd name="csX4" fmla="*/ 1263721 w 1315092"/>
              <a:gd name="csY4" fmla="*/ 3821987 h 3821987"/>
              <a:gd name="csX0" fmla="*/ 1705509 w 1756880"/>
              <a:gd name="csY0" fmla="*/ 3821987 h 3821987"/>
              <a:gd name="csX1" fmla="*/ 1756880 w 1756880"/>
              <a:gd name="csY1" fmla="*/ 0 h 3821987"/>
              <a:gd name="csX2" fmla="*/ 0 w 1756880"/>
              <a:gd name="csY2" fmla="*/ 205484 h 3821987"/>
              <a:gd name="csX3" fmla="*/ 441788 w 1756880"/>
              <a:gd name="csY3" fmla="*/ 3616504 h 3821987"/>
              <a:gd name="csX4" fmla="*/ 1705509 w 1756880"/>
              <a:gd name="csY4" fmla="*/ 3821987 h 3821987"/>
              <a:gd name="csX0" fmla="*/ 1705509 w 1705509"/>
              <a:gd name="csY0" fmla="*/ 4089115 h 4089115"/>
              <a:gd name="csX1" fmla="*/ 1253447 w 1705509"/>
              <a:gd name="csY1" fmla="*/ 0 h 4089115"/>
              <a:gd name="csX2" fmla="*/ 0 w 1705509"/>
              <a:gd name="csY2" fmla="*/ 472612 h 4089115"/>
              <a:gd name="csX3" fmla="*/ 441788 w 1705509"/>
              <a:gd name="csY3" fmla="*/ 3883632 h 4089115"/>
              <a:gd name="csX4" fmla="*/ 1705509 w 1705509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482885 w 1746606"/>
              <a:gd name="csY3" fmla="*/ 3883632 h 4089115"/>
              <a:gd name="csX4" fmla="*/ 1746606 w 1746606"/>
              <a:gd name="csY4" fmla="*/ 4089115 h 4089115"/>
              <a:gd name="csX0" fmla="*/ 1746606 w 1746606"/>
              <a:gd name="csY0" fmla="*/ 4089115 h 4089115"/>
              <a:gd name="csX1" fmla="*/ 1294544 w 1746606"/>
              <a:gd name="csY1" fmla="*/ 0 h 4089115"/>
              <a:gd name="csX2" fmla="*/ 0 w 1746606"/>
              <a:gd name="csY2" fmla="*/ 20549 h 4089115"/>
              <a:gd name="csX3" fmla="*/ 503433 w 1746606"/>
              <a:gd name="csY3" fmla="*/ 4006922 h 4089115"/>
              <a:gd name="csX4" fmla="*/ 1746606 w 1746606"/>
              <a:gd name="csY4" fmla="*/ 4089115 h 4089115"/>
              <a:gd name="csX0" fmla="*/ 1726058 w 1726058"/>
              <a:gd name="csY0" fmla="*/ 3986373 h 4006922"/>
              <a:gd name="csX1" fmla="*/ 1294544 w 1726058"/>
              <a:gd name="csY1" fmla="*/ 0 h 4006922"/>
              <a:gd name="csX2" fmla="*/ 0 w 1726058"/>
              <a:gd name="csY2" fmla="*/ 20549 h 4006922"/>
              <a:gd name="csX3" fmla="*/ 503433 w 1726058"/>
              <a:gd name="csY3" fmla="*/ 4006922 h 4006922"/>
              <a:gd name="csX4" fmla="*/ 1726058 w 1726058"/>
              <a:gd name="csY4" fmla="*/ 3986373 h 4006922"/>
              <a:gd name="csX0" fmla="*/ 1726058 w 1726058"/>
              <a:gd name="csY0" fmla="*/ 3986373 h 3986373"/>
              <a:gd name="csX1" fmla="*/ 1294544 w 1726058"/>
              <a:gd name="csY1" fmla="*/ 0 h 3986373"/>
              <a:gd name="csX2" fmla="*/ 0 w 1726058"/>
              <a:gd name="csY2" fmla="*/ 20549 h 3986373"/>
              <a:gd name="csX3" fmla="*/ 102741 w 1726058"/>
              <a:gd name="csY3" fmla="*/ 3698698 h 3986373"/>
              <a:gd name="csX4" fmla="*/ 1726058 w 1726058"/>
              <a:gd name="csY4" fmla="*/ 3986373 h 3986373"/>
              <a:gd name="csX0" fmla="*/ 1726058 w 2003461"/>
              <a:gd name="csY0" fmla="*/ 4006921 h 4006921"/>
              <a:gd name="csX1" fmla="*/ 2003461 w 2003461"/>
              <a:gd name="csY1" fmla="*/ 0 h 4006921"/>
              <a:gd name="csX2" fmla="*/ 0 w 2003461"/>
              <a:gd name="csY2" fmla="*/ 41097 h 4006921"/>
              <a:gd name="csX3" fmla="*/ 102741 w 2003461"/>
              <a:gd name="csY3" fmla="*/ 3719246 h 4006921"/>
              <a:gd name="csX4" fmla="*/ 1726058 w 2003461"/>
              <a:gd name="csY4" fmla="*/ 4006921 h 4006921"/>
              <a:gd name="csX0" fmla="*/ 2486345 w 2486345"/>
              <a:gd name="csY0" fmla="*/ 3770615 h 3770615"/>
              <a:gd name="csX1" fmla="*/ 2003461 w 2486345"/>
              <a:gd name="csY1" fmla="*/ 0 h 3770615"/>
              <a:gd name="csX2" fmla="*/ 0 w 2486345"/>
              <a:gd name="csY2" fmla="*/ 41097 h 3770615"/>
              <a:gd name="csX3" fmla="*/ 102741 w 2486345"/>
              <a:gd name="csY3" fmla="*/ 3719246 h 3770615"/>
              <a:gd name="csX4" fmla="*/ 2486345 w 2486345"/>
              <a:gd name="csY4" fmla="*/ 3770615 h 3770615"/>
              <a:gd name="csX0" fmla="*/ 2332232 w 2332232"/>
              <a:gd name="csY0" fmla="*/ 4027469 h 4027469"/>
              <a:gd name="csX1" fmla="*/ 2003461 w 2332232"/>
              <a:gd name="csY1" fmla="*/ 0 h 4027469"/>
              <a:gd name="csX2" fmla="*/ 0 w 2332232"/>
              <a:gd name="csY2" fmla="*/ 41097 h 4027469"/>
              <a:gd name="csX3" fmla="*/ 102741 w 2332232"/>
              <a:gd name="csY3" fmla="*/ 3719246 h 4027469"/>
              <a:gd name="csX4" fmla="*/ 2332232 w 2332232"/>
              <a:gd name="csY4" fmla="*/ 4027469 h 4027469"/>
              <a:gd name="csX0" fmla="*/ 2332232 w 2332232"/>
              <a:gd name="csY0" fmla="*/ 4027469 h 4027469"/>
              <a:gd name="csX1" fmla="*/ 2003461 w 2332232"/>
              <a:gd name="csY1" fmla="*/ 0 h 4027469"/>
              <a:gd name="csX2" fmla="*/ 0 w 2332232"/>
              <a:gd name="csY2" fmla="*/ 41097 h 4027469"/>
              <a:gd name="csX3" fmla="*/ 1674687 w 2332232"/>
              <a:gd name="csY3" fmla="*/ 3976100 h 4027469"/>
              <a:gd name="csX4" fmla="*/ 2332232 w 2332232"/>
              <a:gd name="csY4" fmla="*/ 4027469 h 4027469"/>
              <a:gd name="csX0" fmla="*/ 1068511 w 1068511"/>
              <a:gd name="csY0" fmla="*/ 4048017 h 4048017"/>
              <a:gd name="csX1" fmla="*/ 739740 w 1068511"/>
              <a:gd name="csY1" fmla="*/ 20548 h 4048017"/>
              <a:gd name="csX2" fmla="*/ 0 w 1068511"/>
              <a:gd name="csY2" fmla="*/ 0 h 4048017"/>
              <a:gd name="csX3" fmla="*/ 410966 w 1068511"/>
              <a:gd name="csY3" fmla="*/ 3996648 h 4048017"/>
              <a:gd name="csX4" fmla="*/ 1068511 w 1068511"/>
              <a:gd name="csY4" fmla="*/ 4048017 h 4048017"/>
              <a:gd name="csX0" fmla="*/ 1068511 w 1068511"/>
              <a:gd name="csY0" fmla="*/ 4048017 h 4048017"/>
              <a:gd name="csX1" fmla="*/ 739740 w 1068511"/>
              <a:gd name="csY1" fmla="*/ 544530 h 4048017"/>
              <a:gd name="csX2" fmla="*/ 0 w 1068511"/>
              <a:gd name="csY2" fmla="*/ 0 h 4048017"/>
              <a:gd name="csX3" fmla="*/ 410966 w 1068511"/>
              <a:gd name="csY3" fmla="*/ 3996648 h 4048017"/>
              <a:gd name="csX4" fmla="*/ 1068511 w 1068511"/>
              <a:gd name="csY4" fmla="*/ 4048017 h 4048017"/>
              <a:gd name="csX0" fmla="*/ 955495 w 955495"/>
              <a:gd name="csY0" fmla="*/ 3513761 h 3513761"/>
              <a:gd name="csX1" fmla="*/ 626724 w 955495"/>
              <a:gd name="csY1" fmla="*/ 10274 h 3513761"/>
              <a:gd name="csX2" fmla="*/ 0 w 955495"/>
              <a:gd name="csY2" fmla="*/ 0 h 3513761"/>
              <a:gd name="csX3" fmla="*/ 297950 w 955495"/>
              <a:gd name="csY3" fmla="*/ 3462392 h 3513761"/>
              <a:gd name="csX4" fmla="*/ 955495 w 955495"/>
              <a:gd name="csY4" fmla="*/ 3513761 h 3513761"/>
              <a:gd name="csX0" fmla="*/ 893850 w 893850"/>
              <a:gd name="csY0" fmla="*/ 2958957 h 3462392"/>
              <a:gd name="csX1" fmla="*/ 626724 w 893850"/>
              <a:gd name="csY1" fmla="*/ 10274 h 3462392"/>
              <a:gd name="csX2" fmla="*/ 0 w 893850"/>
              <a:gd name="csY2" fmla="*/ 0 h 3462392"/>
              <a:gd name="csX3" fmla="*/ 297950 w 893850"/>
              <a:gd name="csY3" fmla="*/ 3462392 h 3462392"/>
              <a:gd name="csX4" fmla="*/ 893850 w 893850"/>
              <a:gd name="csY4" fmla="*/ 2958957 h 3462392"/>
              <a:gd name="csX0" fmla="*/ 893850 w 893850"/>
              <a:gd name="csY0" fmla="*/ 2958957 h 2958958"/>
              <a:gd name="csX1" fmla="*/ 626724 w 893850"/>
              <a:gd name="csY1" fmla="*/ 10274 h 2958958"/>
              <a:gd name="csX2" fmla="*/ 0 w 893850"/>
              <a:gd name="csY2" fmla="*/ 0 h 2958958"/>
              <a:gd name="csX3" fmla="*/ 267127 w 893850"/>
              <a:gd name="csY3" fmla="*/ 2958958 h 2958958"/>
              <a:gd name="csX4" fmla="*/ 893850 w 893850"/>
              <a:gd name="csY4" fmla="*/ 2958957 h 2958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93850" h="2958958">
                <a:moveTo>
                  <a:pt x="893850" y="2958957"/>
                </a:moveTo>
                <a:lnTo>
                  <a:pt x="626724" y="10274"/>
                </a:lnTo>
                <a:lnTo>
                  <a:pt x="0" y="0"/>
                </a:lnTo>
                <a:lnTo>
                  <a:pt x="267127" y="2958958"/>
                </a:lnTo>
                <a:lnTo>
                  <a:pt x="893850" y="2958957"/>
                </a:lnTo>
                <a:close/>
              </a:path>
            </a:pathLst>
          </a:custGeom>
          <a:solidFill>
            <a:srgbClr val="EB6161">
              <a:alpha val="3411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A48571-B4BD-F6BD-C619-B8B2904254EA}"/>
              </a:ext>
            </a:extLst>
          </p:cNvPr>
          <p:cNvSpPr txBox="1"/>
          <p:nvPr/>
        </p:nvSpPr>
        <p:spPr>
          <a:xfrm>
            <a:off x="4057217" y="367526"/>
            <a:ext cx="998991" cy="646331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EB6161"/>
                </a:solidFill>
              </a:rPr>
              <a:t>Bedding</a:t>
            </a:r>
            <a:br>
              <a:rPr lang="en-US" dirty="0">
                <a:solidFill>
                  <a:srgbClr val="EB6161"/>
                </a:solidFill>
              </a:rPr>
            </a:br>
            <a:r>
              <a:rPr lang="en-US" dirty="0">
                <a:solidFill>
                  <a:srgbClr val="EB6161"/>
                </a:solidFill>
              </a:rPr>
              <a:t>Lane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C5AEA1-02C7-2E8A-9D20-41EEE5E571EA}"/>
              </a:ext>
            </a:extLst>
          </p:cNvPr>
          <p:cNvSpPr txBox="1"/>
          <p:nvPr/>
        </p:nvSpPr>
        <p:spPr>
          <a:xfrm>
            <a:off x="0" y="-447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Fort Concept – V002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CCF0-5897-E58E-99F1-89F91696282B}"/>
              </a:ext>
            </a:extLst>
          </p:cNvPr>
          <p:cNvSpPr txBox="1"/>
          <p:nvPr/>
        </p:nvSpPr>
        <p:spPr>
          <a:xfrm>
            <a:off x="4244524" y="5961268"/>
            <a:ext cx="3944541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C365"/>
                </a:solidFill>
              </a:rPr>
              <a:t>Existing but Improvable Feeding Areas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2AC293-C750-B0FA-9594-A188DF266B63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4148583" y="4881608"/>
            <a:ext cx="2068212" cy="1079660"/>
          </a:xfrm>
          <a:prstGeom prst="straightConnector1">
            <a:avLst/>
          </a:prstGeom>
          <a:ln>
            <a:solidFill>
              <a:srgbClr val="70C3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5E9136-DF58-EA25-F81C-EB735EDC674E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216795" y="4969109"/>
            <a:ext cx="1152458" cy="992159"/>
          </a:xfrm>
          <a:prstGeom prst="straightConnector1">
            <a:avLst/>
          </a:prstGeom>
          <a:ln>
            <a:solidFill>
              <a:srgbClr val="70C3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03F7AE-8A5D-7099-A147-C789732B5128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5666235" y="4974246"/>
            <a:ext cx="550560" cy="987022"/>
          </a:xfrm>
          <a:prstGeom prst="straightConnector1">
            <a:avLst/>
          </a:prstGeom>
          <a:ln>
            <a:solidFill>
              <a:srgbClr val="70C3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8E6C77-B79D-1FBA-E9FF-8E6E03E27DBD}"/>
              </a:ext>
            </a:extLst>
          </p:cNvPr>
          <p:cNvSpPr txBox="1"/>
          <p:nvPr/>
        </p:nvSpPr>
        <p:spPr>
          <a:xfrm>
            <a:off x="1171819" y="5945121"/>
            <a:ext cx="2466702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7C80"/>
                </a:solidFill>
              </a:rPr>
              <a:t>Rougher Terrain Areas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5D8A28-2EBE-0C3A-12D8-4D348C541C3B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645540" y="4865461"/>
            <a:ext cx="759630" cy="1079660"/>
          </a:xfrm>
          <a:prstGeom prst="straightConnector1">
            <a:avLst/>
          </a:prstGeom>
          <a:ln>
            <a:solidFill>
              <a:srgbClr val="FF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A37340-5087-FFF2-6D9B-D5DEEBE1D411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2405170" y="4902327"/>
            <a:ext cx="2541419" cy="1042794"/>
          </a:xfrm>
          <a:prstGeom prst="straightConnector1">
            <a:avLst/>
          </a:prstGeom>
          <a:ln>
            <a:solidFill>
              <a:srgbClr val="FF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73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5ae83bf-5173-442f-899b-ca1b50b823cd}" enabled="1" method="Privileged" siteId="{81349428-f52e-4686-aac8-448974b80e3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leopard</dc:creator>
  <cp:lastModifiedBy>paul leopard</cp:lastModifiedBy>
  <cp:revision>12</cp:revision>
  <cp:lastPrinted>2026-01-29T02:33:57Z</cp:lastPrinted>
  <dcterms:created xsi:type="dcterms:W3CDTF">2026-01-11T23:11:26Z</dcterms:created>
  <dcterms:modified xsi:type="dcterms:W3CDTF">2026-01-30T02:00:30Z</dcterms:modified>
</cp:coreProperties>
</file>