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33CC"/>
    <a:srgbClr val="FFC000"/>
    <a:srgbClr val="D2A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howGuides="1">
      <p:cViewPr varScale="1">
        <p:scale>
          <a:sx n="110" d="100"/>
          <a:sy n="110" d="100"/>
        </p:scale>
        <p:origin x="96" y="58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howGuides="1">
      <p:cViewPr varScale="1">
        <p:scale>
          <a:sx n="107" d="100"/>
          <a:sy n="107" d="100"/>
        </p:scale>
        <p:origin x="2388" y="5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F6F3518-8966-42FA-A855-CEE2ADEF0423}" type="datetimeFigureOut">
              <a:rPr lang="en-US" smtClean="0"/>
              <a:t>1/12/2026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5D80458-541C-46F6-9808-4EB5FD39BD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95449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  <p:extLst>
    <p:ext uri="{620B2872-D7B9-4A21-9093-7833F8D536E1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176B0D1F-4A5B-C99B-114E-A541B6138B0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054808"/>
            <a:ext cx="12192000" cy="47483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219594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0740576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826F9B-F429-99C5-3032-7DAA96CD04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D725125-E693-E682-26C1-645ED6FFB1A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FEA50B-780E-14A7-E544-D9DD54ED13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072004-56D5-4E80-A271-2A3BD98E4B42}" type="datetimeFigureOut">
              <a:rPr lang="en-US" smtClean="0"/>
              <a:t>1/12/2026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9D9D3B-8059-C065-D01B-3FAD5B679D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DFB1903-C120-8DAF-1105-3016245233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E33BFC-2CC5-4A10-838F-EE01CD9639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03184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CE25EF-5DDA-4B99-7DB8-6EB49459A2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B644D6-02C6-F7B7-F790-F662AFA9C99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5793ACC-C6F0-BA83-5E9A-4C8AEF588C6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D6F9B98-42FD-4B91-0A77-71E75D1D65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072004-56D5-4E80-A271-2A3BD98E4B42}" type="datetimeFigureOut">
              <a:rPr lang="en-US" smtClean="0"/>
              <a:t>1/12/2026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158A83A-6907-3785-DAD5-FE2F79E7EE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920A04F-D4B0-A48C-7D1C-04943696E7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E33BFC-2CC5-4A10-838F-EE01CD9639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38611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A41E60-CF02-CACE-34CA-72F613F532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D1F4E55-B426-363D-4E38-A23F90E7F5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C8507D5-BCDB-8B0E-84B2-9DFCF7C2D30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9FBBBB6-299F-8C97-2F52-B95F869B1BF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3D1EA22-5E76-B06C-C242-D9B975EF1B9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5BEFBF4-1184-545E-FDB1-FB29791102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072004-56D5-4E80-A271-2A3BD98E4B42}" type="datetimeFigureOut">
              <a:rPr lang="en-US" smtClean="0"/>
              <a:t>1/12/2026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DF76E3A-0A39-78DB-F9BC-EF88E1C201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7EBB773-9ADD-5E4E-9A66-AC9AFFAAA5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E33BFC-2CC5-4A10-838F-EE01CD9639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50478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487E92-F7F8-0F95-067A-254A70EE88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C1C289C-6A44-1FD0-D295-E436F7B6A6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072004-56D5-4E80-A271-2A3BD98E4B42}" type="datetimeFigureOut">
              <a:rPr lang="en-US" smtClean="0"/>
              <a:t>1/12/2026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8A6BB7C-5FFE-B4D5-5E0D-D82772863F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023D535-5B44-E2CF-12FE-DD049ACD1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E33BFC-2CC5-4A10-838F-EE01CD9639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88434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617B283-FE98-7E2C-0E8E-552DF93264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072004-56D5-4E80-A271-2A3BD98E4B42}" type="datetimeFigureOut">
              <a:rPr lang="en-US" smtClean="0"/>
              <a:t>1/12/2026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3883FFE-1235-A2BF-575B-ED15F2623C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2E2DEC8-19E0-56E6-F8F3-50569BFC10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E33BFC-2CC5-4A10-838F-EE01CD9639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72501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13E79D-DB4B-460A-BB1F-197A76674E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9652A0-BE19-AC4C-8ABF-CCFF15D57E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CB12E1C-B03E-DE27-34F1-2C0F6EDB9AF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7B53003-8539-373C-6CBD-070B0BA1F7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072004-56D5-4E80-A271-2A3BD98E4B42}" type="datetimeFigureOut">
              <a:rPr lang="en-US" smtClean="0"/>
              <a:t>1/12/2026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85AF691-EAFA-E8BD-1AB5-8FD1473A6E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3D97B4-8A72-B605-1360-E21D1851FE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E33BFC-2CC5-4A10-838F-EE01CD9639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73667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6D3A66-8852-DC40-1D05-8C8292B368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277EB91-261F-79B5-FE34-B33FEF19C57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9E62AED-F8B4-2441-33B3-2143547FAC3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AB798DD-7060-3C30-77FD-35C2794172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072004-56D5-4E80-A271-2A3BD98E4B42}" type="datetimeFigureOut">
              <a:rPr lang="en-US" smtClean="0"/>
              <a:t>1/12/2026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41351EE-5B6A-6159-3C3E-C357C9849A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25B5B4F-8118-71A6-DF30-E0FB59A236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E33BFC-2CC5-4A10-838F-EE01CD9639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85140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058BF0-73EE-2083-D714-9FA427CE75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F40158A-F150-089B-A4B0-5D14647857E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E81317-787F-E25E-0F81-8EDDE59D54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072004-56D5-4E80-A271-2A3BD98E4B42}" type="datetimeFigureOut">
              <a:rPr lang="en-US" smtClean="0"/>
              <a:t>1/12/2026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937C80-4EA3-2C67-9E17-A8F4CD4813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3A6A38-A0D8-7281-A758-5DE987C311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E33BFC-2CC5-4A10-838F-EE01CD9639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89953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7C10BFD-50FE-2D96-64AD-E691088F2EC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817D0BF-D92C-7DA5-FEB3-D503FEC89FE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310270-945D-97F7-2B05-58A03E124C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072004-56D5-4E80-A271-2A3BD98E4B42}" type="datetimeFigureOut">
              <a:rPr lang="en-US" smtClean="0"/>
              <a:t>1/12/2026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743898-09DC-447B-DB1A-E05038FBD7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C9CDC9-9DA1-19BD-2492-ED45364FA3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E33BFC-2CC5-4A10-838F-EE01CD9639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79578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2FB0137-AEE7-DE52-3285-118400BBF4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8E692F3-7349-7B65-397D-FCCB4F5DF36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6558B0E-2D86-774A-8A8C-1D26D038391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8072004-56D5-4E80-A271-2A3BD98E4B42}" type="datetimeFigureOut">
              <a:rPr lang="en-US" smtClean="0"/>
              <a:t>1/12/2026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CDF1D3-65D0-2B82-79AA-8F48A67D2DC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AF07DB-FF61-CD0B-80A3-6B345809048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FE33BFC-2CC5-4A10-838F-EE01CD9639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30933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: Shape 1">
            <a:extLst>
              <a:ext uri="{FF2B5EF4-FFF2-40B4-BE49-F238E27FC236}">
                <a16:creationId xmlns:a16="http://schemas.microsoft.com/office/drawing/2014/main" id="{2E2A9496-248C-E56B-D05F-F620A70AE8CD}"/>
              </a:ext>
            </a:extLst>
          </p:cNvPr>
          <p:cNvSpPr/>
          <p:nvPr/>
        </p:nvSpPr>
        <p:spPr>
          <a:xfrm>
            <a:off x="6571068" y="1917087"/>
            <a:ext cx="1084667" cy="3153103"/>
          </a:xfrm>
          <a:custGeom>
            <a:avLst/>
            <a:gdLst>
              <a:gd name="csX0" fmla="*/ 927012 w 1084667"/>
              <a:gd name="csY0" fmla="*/ 3153103 h 3153103"/>
              <a:gd name="csX1" fmla="*/ 1027911 w 1084667"/>
              <a:gd name="csY1" fmla="*/ 2844099 h 3153103"/>
              <a:gd name="csX2" fmla="*/ 1078361 w 1084667"/>
              <a:gd name="csY2" fmla="*/ 2465727 h 3153103"/>
              <a:gd name="csX3" fmla="*/ 1078361 w 1084667"/>
              <a:gd name="csY3" fmla="*/ 2005374 h 3153103"/>
              <a:gd name="csX4" fmla="*/ 1084667 w 1084667"/>
              <a:gd name="csY4" fmla="*/ 1702676 h 3153103"/>
              <a:gd name="csX5" fmla="*/ 1021605 w 1084667"/>
              <a:gd name="csY5" fmla="*/ 1444121 h 3153103"/>
              <a:gd name="csX6" fmla="*/ 1008993 w 1084667"/>
              <a:gd name="csY6" fmla="*/ 1229710 h 3153103"/>
              <a:gd name="csX7" fmla="*/ 1040524 w 1084667"/>
              <a:gd name="csY7" fmla="*/ 927012 h 3153103"/>
              <a:gd name="csX8" fmla="*/ 914400 w 1084667"/>
              <a:gd name="csY8" fmla="*/ 454047 h 3153103"/>
              <a:gd name="csX9" fmla="*/ 788275 w 1084667"/>
              <a:gd name="csY9" fmla="*/ 182880 h 3153103"/>
              <a:gd name="csX10" fmla="*/ 687376 w 1084667"/>
              <a:gd name="csY10" fmla="*/ 0 h 3153103"/>
              <a:gd name="csX11" fmla="*/ 397291 w 1084667"/>
              <a:gd name="csY11" fmla="*/ 18919 h 3153103"/>
              <a:gd name="csX12" fmla="*/ 63062 w 1084667"/>
              <a:gd name="csY12" fmla="*/ 157655 h 3153103"/>
              <a:gd name="csX13" fmla="*/ 0 w 1084667"/>
              <a:gd name="csY13" fmla="*/ 479272 h 3153103"/>
              <a:gd name="csX14" fmla="*/ 69368 w 1084667"/>
              <a:gd name="csY14" fmla="*/ 800888 h 3153103"/>
              <a:gd name="csX15" fmla="*/ 145042 w 1084667"/>
              <a:gd name="csY15" fmla="*/ 1343222 h 3153103"/>
              <a:gd name="csX16" fmla="*/ 296391 w 1084667"/>
              <a:gd name="csY16" fmla="*/ 1929699 h 3153103"/>
              <a:gd name="csX17" fmla="*/ 245942 w 1084667"/>
              <a:gd name="csY17" fmla="*/ 2484645 h 3153103"/>
              <a:gd name="csX18" fmla="*/ 151349 w 1084667"/>
              <a:gd name="csY18" fmla="*/ 2926080 h 3153103"/>
              <a:gd name="csX19" fmla="*/ 340535 w 1084667"/>
              <a:gd name="csY19" fmla="*/ 3077429 h 3153103"/>
              <a:gd name="csX20" fmla="*/ 662151 w 1084667"/>
              <a:gd name="csY20" fmla="*/ 3064816 h 3153103"/>
              <a:gd name="csX21" fmla="*/ 996380 w 1084667"/>
              <a:gd name="csY21" fmla="*/ 3033285 h 3153103"/>
              <a:gd name="csX22" fmla="*/ 958543 w 1084667"/>
              <a:gd name="csY22" fmla="*/ 3026979 h 315310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</a:cxnLst>
            <a:rect l="l" t="t" r="r" b="b"/>
            <a:pathLst>
              <a:path w="1084667" h="3153103">
                <a:moveTo>
                  <a:pt x="927012" y="3153103"/>
                </a:moveTo>
                <a:lnTo>
                  <a:pt x="1027911" y="2844099"/>
                </a:lnTo>
                <a:lnTo>
                  <a:pt x="1078361" y="2465727"/>
                </a:lnTo>
                <a:lnTo>
                  <a:pt x="1078361" y="2005374"/>
                </a:lnTo>
                <a:lnTo>
                  <a:pt x="1084667" y="1702676"/>
                </a:lnTo>
                <a:lnTo>
                  <a:pt x="1021605" y="1444121"/>
                </a:lnTo>
                <a:lnTo>
                  <a:pt x="1008993" y="1229710"/>
                </a:lnTo>
                <a:lnTo>
                  <a:pt x="1040524" y="927012"/>
                </a:lnTo>
                <a:lnTo>
                  <a:pt x="914400" y="454047"/>
                </a:lnTo>
                <a:lnTo>
                  <a:pt x="788275" y="182880"/>
                </a:lnTo>
                <a:lnTo>
                  <a:pt x="687376" y="0"/>
                </a:lnTo>
                <a:lnTo>
                  <a:pt x="397291" y="18919"/>
                </a:lnTo>
                <a:lnTo>
                  <a:pt x="63062" y="157655"/>
                </a:lnTo>
                <a:lnTo>
                  <a:pt x="0" y="479272"/>
                </a:lnTo>
                <a:lnTo>
                  <a:pt x="69368" y="800888"/>
                </a:lnTo>
                <a:lnTo>
                  <a:pt x="145042" y="1343222"/>
                </a:lnTo>
                <a:lnTo>
                  <a:pt x="296391" y="1929699"/>
                </a:lnTo>
                <a:lnTo>
                  <a:pt x="245942" y="2484645"/>
                </a:lnTo>
                <a:lnTo>
                  <a:pt x="151349" y="2926080"/>
                </a:lnTo>
                <a:lnTo>
                  <a:pt x="340535" y="3077429"/>
                </a:lnTo>
                <a:lnTo>
                  <a:pt x="662151" y="3064816"/>
                </a:lnTo>
                <a:lnTo>
                  <a:pt x="996380" y="3033285"/>
                </a:lnTo>
                <a:lnTo>
                  <a:pt x="958543" y="3026979"/>
                </a:lnTo>
              </a:path>
            </a:pathLst>
          </a:custGeom>
          <a:solidFill>
            <a:srgbClr val="FFC000">
              <a:alpha val="34118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43E8208-66B7-86A1-8EDD-51473C682873}"/>
              </a:ext>
            </a:extLst>
          </p:cNvPr>
          <p:cNvSpPr txBox="1"/>
          <p:nvPr/>
        </p:nvSpPr>
        <p:spPr>
          <a:xfrm>
            <a:off x="7157545" y="870257"/>
            <a:ext cx="1888979" cy="369332"/>
          </a:xfrm>
          <a:prstGeom prst="rect">
            <a:avLst/>
          </a:prstGeom>
          <a:noFill/>
          <a:effectLst>
            <a:innerShdw blurRad="63500" dist="50800" dir="8100000">
              <a:prstClr val="black">
                <a:alpha val="50000"/>
              </a:prstClr>
            </a:innerShdw>
          </a:effectLst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D2A000"/>
                </a:solidFill>
              </a:rPr>
              <a:t>Feeding Area 001</a:t>
            </a:r>
          </a:p>
        </p:txBody>
      </p:sp>
      <p:sp>
        <p:nvSpPr>
          <p:cNvPr id="5" name="Freeform: Shape 4">
            <a:extLst>
              <a:ext uri="{FF2B5EF4-FFF2-40B4-BE49-F238E27FC236}">
                <a16:creationId xmlns:a16="http://schemas.microsoft.com/office/drawing/2014/main" id="{4FAED61C-8CE9-DB14-4BC5-08C58DD5E22F}"/>
              </a:ext>
            </a:extLst>
          </p:cNvPr>
          <p:cNvSpPr/>
          <p:nvPr/>
        </p:nvSpPr>
        <p:spPr>
          <a:xfrm>
            <a:off x="3316637" y="1867546"/>
            <a:ext cx="1108129" cy="3169403"/>
          </a:xfrm>
          <a:custGeom>
            <a:avLst/>
            <a:gdLst>
              <a:gd name="csX0" fmla="*/ 1100380 w 1108129"/>
              <a:gd name="csY0" fmla="*/ 3115159 h 3169403"/>
              <a:gd name="csX1" fmla="*/ 1108129 w 1108129"/>
              <a:gd name="csY1" fmla="*/ 2471979 h 3169403"/>
              <a:gd name="csX2" fmla="*/ 1015139 w 1108129"/>
              <a:gd name="csY2" fmla="*/ 1999281 h 3169403"/>
              <a:gd name="csX3" fmla="*/ 991892 w 1108129"/>
              <a:gd name="csY3" fmla="*/ 1495586 h 3169403"/>
              <a:gd name="csX4" fmla="*/ 829160 w 1108129"/>
              <a:gd name="csY4" fmla="*/ 1115878 h 3169403"/>
              <a:gd name="csX5" fmla="*/ 743919 w 1108129"/>
              <a:gd name="csY5" fmla="*/ 821410 h 3169403"/>
              <a:gd name="csX6" fmla="*/ 619932 w 1108129"/>
              <a:gd name="csY6" fmla="*/ 333213 h 3169403"/>
              <a:gd name="csX7" fmla="*/ 519194 w 1108129"/>
              <a:gd name="csY7" fmla="*/ 38746 h 3169403"/>
              <a:gd name="csX8" fmla="*/ 131736 w 1108129"/>
              <a:gd name="csY8" fmla="*/ 0 h 3169403"/>
              <a:gd name="csX9" fmla="*/ 0 w 1108129"/>
              <a:gd name="csY9" fmla="*/ 216976 h 3169403"/>
              <a:gd name="csX10" fmla="*/ 46495 w 1108129"/>
              <a:gd name="csY10" fmla="*/ 550190 h 3169403"/>
              <a:gd name="csX11" fmla="*/ 147234 w 1108129"/>
              <a:gd name="csY11" fmla="*/ 1053885 h 3169403"/>
              <a:gd name="csX12" fmla="*/ 232475 w 1108129"/>
              <a:gd name="csY12" fmla="*/ 1542081 h 3169403"/>
              <a:gd name="csX13" fmla="*/ 278970 w 1108129"/>
              <a:gd name="csY13" fmla="*/ 1898542 h 3169403"/>
              <a:gd name="csX14" fmla="*/ 325465 w 1108129"/>
              <a:gd name="csY14" fmla="*/ 2347993 h 3169403"/>
              <a:gd name="csX15" fmla="*/ 418455 w 1108129"/>
              <a:gd name="csY15" fmla="*/ 2867186 h 3169403"/>
              <a:gd name="csX16" fmla="*/ 573438 w 1108129"/>
              <a:gd name="csY16" fmla="*/ 3169403 h 3169403"/>
              <a:gd name="csX17" fmla="*/ 821410 w 1108129"/>
              <a:gd name="csY17" fmla="*/ 3107410 h 3169403"/>
              <a:gd name="csX18" fmla="*/ 1100380 w 1108129"/>
              <a:gd name="csY18" fmla="*/ 3115159 h 316940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</a:cxnLst>
            <a:rect l="l" t="t" r="r" b="b"/>
            <a:pathLst>
              <a:path w="1108129" h="3169403">
                <a:moveTo>
                  <a:pt x="1100380" y="3115159"/>
                </a:moveTo>
                <a:lnTo>
                  <a:pt x="1108129" y="2471979"/>
                </a:lnTo>
                <a:lnTo>
                  <a:pt x="1015139" y="1999281"/>
                </a:lnTo>
                <a:lnTo>
                  <a:pt x="991892" y="1495586"/>
                </a:lnTo>
                <a:lnTo>
                  <a:pt x="829160" y="1115878"/>
                </a:lnTo>
                <a:lnTo>
                  <a:pt x="743919" y="821410"/>
                </a:lnTo>
                <a:lnTo>
                  <a:pt x="619932" y="333213"/>
                </a:lnTo>
                <a:lnTo>
                  <a:pt x="519194" y="38746"/>
                </a:lnTo>
                <a:lnTo>
                  <a:pt x="131736" y="0"/>
                </a:lnTo>
                <a:lnTo>
                  <a:pt x="0" y="216976"/>
                </a:lnTo>
                <a:lnTo>
                  <a:pt x="46495" y="550190"/>
                </a:lnTo>
                <a:lnTo>
                  <a:pt x="147234" y="1053885"/>
                </a:lnTo>
                <a:lnTo>
                  <a:pt x="232475" y="1542081"/>
                </a:lnTo>
                <a:lnTo>
                  <a:pt x="278970" y="1898542"/>
                </a:lnTo>
                <a:lnTo>
                  <a:pt x="325465" y="2347993"/>
                </a:lnTo>
                <a:lnTo>
                  <a:pt x="418455" y="2867186"/>
                </a:lnTo>
                <a:lnTo>
                  <a:pt x="573438" y="3169403"/>
                </a:lnTo>
                <a:lnTo>
                  <a:pt x="821410" y="3107410"/>
                </a:lnTo>
                <a:lnTo>
                  <a:pt x="1100380" y="3115159"/>
                </a:lnTo>
                <a:close/>
              </a:path>
            </a:pathLst>
          </a:custGeom>
          <a:solidFill>
            <a:srgbClr val="FFC000">
              <a:alpha val="34118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224B1E7-6007-7BBE-08B1-6363AF4E3321}"/>
              </a:ext>
            </a:extLst>
          </p:cNvPr>
          <p:cNvSpPr txBox="1"/>
          <p:nvPr/>
        </p:nvSpPr>
        <p:spPr>
          <a:xfrm>
            <a:off x="3870701" y="5444269"/>
            <a:ext cx="1888979" cy="369332"/>
          </a:xfrm>
          <a:prstGeom prst="rect">
            <a:avLst/>
          </a:prstGeom>
          <a:noFill/>
          <a:effectLst>
            <a:innerShdw blurRad="63500" dist="50800" dir="8100000">
              <a:prstClr val="black">
                <a:alpha val="50000"/>
              </a:prstClr>
            </a:innerShdw>
          </a:effectLst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D2A000"/>
                </a:solidFill>
              </a:rPr>
              <a:t>Feeding Area 002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0735C17-B636-9006-1440-6048F25F64C7}"/>
              </a:ext>
            </a:extLst>
          </p:cNvPr>
          <p:cNvSpPr txBox="1"/>
          <p:nvPr/>
        </p:nvSpPr>
        <p:spPr>
          <a:xfrm>
            <a:off x="968570" y="5477510"/>
            <a:ext cx="1917576" cy="369332"/>
          </a:xfrm>
          <a:prstGeom prst="rect">
            <a:avLst/>
          </a:prstGeom>
          <a:noFill/>
          <a:effectLst>
            <a:innerShdw blurRad="63500" dist="50800" dir="8100000">
              <a:prstClr val="black">
                <a:alpha val="50000"/>
              </a:prstClr>
            </a:innerShdw>
          </a:effectLst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2060"/>
                </a:solidFill>
              </a:rPr>
              <a:t>Bedding Area 002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DA6E9F2-0B2A-DA79-D454-2AE8F6E1DF3D}"/>
              </a:ext>
            </a:extLst>
          </p:cNvPr>
          <p:cNvSpPr txBox="1"/>
          <p:nvPr/>
        </p:nvSpPr>
        <p:spPr>
          <a:xfrm>
            <a:off x="3682660" y="685591"/>
            <a:ext cx="1917576" cy="369332"/>
          </a:xfrm>
          <a:prstGeom prst="rect">
            <a:avLst/>
          </a:prstGeom>
          <a:noFill/>
          <a:effectLst>
            <a:innerShdw blurRad="63500" dist="50800" dir="8100000">
              <a:prstClr val="black">
                <a:alpha val="50000"/>
              </a:prstClr>
            </a:innerShdw>
          </a:effectLst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2060"/>
                </a:solidFill>
              </a:rPr>
              <a:t>Bedding Area 001</a:t>
            </a:r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B02E6B9B-86DB-9A77-0F59-3E9372CE2731}"/>
              </a:ext>
            </a:extLst>
          </p:cNvPr>
          <p:cNvSpPr/>
          <p:nvPr/>
        </p:nvSpPr>
        <p:spPr>
          <a:xfrm>
            <a:off x="4641448" y="1799863"/>
            <a:ext cx="1788289" cy="1643605"/>
          </a:xfrm>
          <a:custGeom>
            <a:avLst/>
            <a:gdLst>
              <a:gd name="csX0" fmla="*/ 295155 w 1788289"/>
              <a:gd name="csY0" fmla="*/ 144684 h 1643605"/>
              <a:gd name="csX1" fmla="*/ 0 w 1788289"/>
              <a:gd name="csY1" fmla="*/ 474562 h 1643605"/>
              <a:gd name="csX2" fmla="*/ 0 w 1788289"/>
              <a:gd name="csY2" fmla="*/ 850740 h 1643605"/>
              <a:gd name="csX3" fmla="*/ 190982 w 1788289"/>
              <a:gd name="csY3" fmla="*/ 1186405 h 1643605"/>
              <a:gd name="csX4" fmla="*/ 544010 w 1788289"/>
              <a:gd name="csY4" fmla="*/ 1383175 h 1643605"/>
              <a:gd name="csX5" fmla="*/ 810228 w 1788289"/>
              <a:gd name="csY5" fmla="*/ 1406324 h 1643605"/>
              <a:gd name="csX6" fmla="*/ 1313727 w 1788289"/>
              <a:gd name="csY6" fmla="*/ 1493134 h 1643605"/>
              <a:gd name="csX7" fmla="*/ 1614668 w 1788289"/>
              <a:gd name="csY7" fmla="*/ 1643605 h 1643605"/>
              <a:gd name="csX8" fmla="*/ 1695691 w 1788289"/>
              <a:gd name="csY8" fmla="*/ 1643605 h 1643605"/>
              <a:gd name="csX9" fmla="*/ 1788289 w 1788289"/>
              <a:gd name="csY9" fmla="*/ 1400537 h 1643605"/>
              <a:gd name="csX10" fmla="*/ 1759352 w 1788289"/>
              <a:gd name="csY10" fmla="*/ 1128532 h 1643605"/>
              <a:gd name="csX11" fmla="*/ 1620456 w 1788289"/>
              <a:gd name="csY11" fmla="*/ 601884 h 1643605"/>
              <a:gd name="csX12" fmla="*/ 1493134 w 1788289"/>
              <a:gd name="csY12" fmla="*/ 318304 h 1643605"/>
              <a:gd name="csX13" fmla="*/ 1435261 w 1788289"/>
              <a:gd name="csY13" fmla="*/ 138896 h 1643605"/>
              <a:gd name="csX14" fmla="*/ 1215342 w 1788289"/>
              <a:gd name="csY14" fmla="*/ 0 h 1643605"/>
              <a:gd name="csX15" fmla="*/ 462987 w 1788289"/>
              <a:gd name="csY15" fmla="*/ 11575 h 1643605"/>
              <a:gd name="csX16" fmla="*/ 497711 w 1788289"/>
              <a:gd name="csY16" fmla="*/ 0 h 1643605"/>
              <a:gd name="csX17" fmla="*/ 422476 w 1788289"/>
              <a:gd name="csY17" fmla="*/ 63661 h 164360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</a:cxnLst>
            <a:rect l="l" t="t" r="r" b="b"/>
            <a:pathLst>
              <a:path w="1788289" h="1643605">
                <a:moveTo>
                  <a:pt x="295155" y="144684"/>
                </a:moveTo>
                <a:lnTo>
                  <a:pt x="0" y="474562"/>
                </a:lnTo>
                <a:lnTo>
                  <a:pt x="0" y="850740"/>
                </a:lnTo>
                <a:lnTo>
                  <a:pt x="190982" y="1186405"/>
                </a:lnTo>
                <a:lnTo>
                  <a:pt x="544010" y="1383175"/>
                </a:lnTo>
                <a:lnTo>
                  <a:pt x="810228" y="1406324"/>
                </a:lnTo>
                <a:lnTo>
                  <a:pt x="1313727" y="1493134"/>
                </a:lnTo>
                <a:lnTo>
                  <a:pt x="1614668" y="1643605"/>
                </a:lnTo>
                <a:lnTo>
                  <a:pt x="1695691" y="1643605"/>
                </a:lnTo>
                <a:lnTo>
                  <a:pt x="1788289" y="1400537"/>
                </a:lnTo>
                <a:lnTo>
                  <a:pt x="1759352" y="1128532"/>
                </a:lnTo>
                <a:lnTo>
                  <a:pt x="1620456" y="601884"/>
                </a:lnTo>
                <a:lnTo>
                  <a:pt x="1493134" y="318304"/>
                </a:lnTo>
                <a:lnTo>
                  <a:pt x="1435261" y="138896"/>
                </a:lnTo>
                <a:lnTo>
                  <a:pt x="1215342" y="0"/>
                </a:lnTo>
                <a:lnTo>
                  <a:pt x="462987" y="11575"/>
                </a:lnTo>
                <a:lnTo>
                  <a:pt x="497711" y="0"/>
                </a:lnTo>
                <a:lnTo>
                  <a:pt x="422476" y="63661"/>
                </a:lnTo>
              </a:path>
            </a:pathLst>
          </a:custGeom>
          <a:solidFill>
            <a:srgbClr val="0033CC">
              <a:alpha val="34118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5A024314-B9A6-16EA-C535-0EDDA762F18A}"/>
              </a:ext>
            </a:extLst>
          </p:cNvPr>
          <p:cNvSpPr/>
          <p:nvPr/>
        </p:nvSpPr>
        <p:spPr>
          <a:xfrm>
            <a:off x="1921397" y="3084653"/>
            <a:ext cx="1562583" cy="1904036"/>
          </a:xfrm>
          <a:custGeom>
            <a:avLst/>
            <a:gdLst>
              <a:gd name="csX0" fmla="*/ 40512 w 1562583"/>
              <a:gd name="csY0" fmla="*/ 1753565 h 1904036"/>
              <a:gd name="csX1" fmla="*/ 549798 w 1562583"/>
              <a:gd name="csY1" fmla="*/ 1904036 h 1904036"/>
              <a:gd name="csX2" fmla="*/ 613459 w 1562583"/>
              <a:gd name="csY2" fmla="*/ 1904036 h 1904036"/>
              <a:gd name="csX3" fmla="*/ 1111170 w 1562583"/>
              <a:gd name="csY3" fmla="*/ 1851950 h 1904036"/>
              <a:gd name="csX4" fmla="*/ 1290578 w 1562583"/>
              <a:gd name="csY4" fmla="*/ 1898248 h 1904036"/>
              <a:gd name="csX5" fmla="*/ 1417899 w 1562583"/>
              <a:gd name="csY5" fmla="*/ 1805651 h 1904036"/>
              <a:gd name="csX6" fmla="*/ 1435261 w 1562583"/>
              <a:gd name="csY6" fmla="*/ 1261641 h 1904036"/>
              <a:gd name="csX7" fmla="*/ 1504709 w 1562583"/>
              <a:gd name="csY7" fmla="*/ 868101 h 1904036"/>
              <a:gd name="csX8" fmla="*/ 1562583 w 1562583"/>
              <a:gd name="csY8" fmla="*/ 439838 h 1904036"/>
              <a:gd name="csX9" fmla="*/ 1342664 w 1562583"/>
              <a:gd name="csY9" fmla="*/ 86810 h 1904036"/>
              <a:gd name="csX10" fmla="*/ 804441 w 1562583"/>
              <a:gd name="csY10" fmla="*/ 0 h 1904036"/>
              <a:gd name="csX11" fmla="*/ 277793 w 1562583"/>
              <a:gd name="csY11" fmla="*/ 11575 h 1904036"/>
              <a:gd name="csX12" fmla="*/ 0 w 1562583"/>
              <a:gd name="csY12" fmla="*/ 277793 h 1904036"/>
              <a:gd name="csX13" fmla="*/ 121535 w 1562583"/>
              <a:gd name="csY13" fmla="*/ 833377 h 1904036"/>
              <a:gd name="csX14" fmla="*/ 92598 w 1562583"/>
              <a:gd name="csY14" fmla="*/ 1336876 h 1904036"/>
              <a:gd name="csX15" fmla="*/ 57874 w 1562583"/>
              <a:gd name="csY15" fmla="*/ 1632031 h 190403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</a:cxnLst>
            <a:rect l="l" t="t" r="r" b="b"/>
            <a:pathLst>
              <a:path w="1562583" h="1904036">
                <a:moveTo>
                  <a:pt x="40512" y="1753565"/>
                </a:moveTo>
                <a:lnTo>
                  <a:pt x="549798" y="1904036"/>
                </a:lnTo>
                <a:lnTo>
                  <a:pt x="613459" y="1904036"/>
                </a:lnTo>
                <a:lnTo>
                  <a:pt x="1111170" y="1851950"/>
                </a:lnTo>
                <a:cubicBezTo>
                  <a:pt x="1239698" y="1859510"/>
                  <a:pt x="1180171" y="1843045"/>
                  <a:pt x="1290578" y="1898248"/>
                </a:cubicBezTo>
                <a:lnTo>
                  <a:pt x="1417899" y="1805651"/>
                </a:lnTo>
                <a:lnTo>
                  <a:pt x="1435261" y="1261641"/>
                </a:lnTo>
                <a:lnTo>
                  <a:pt x="1504709" y="868101"/>
                </a:lnTo>
                <a:lnTo>
                  <a:pt x="1562583" y="439838"/>
                </a:lnTo>
                <a:lnTo>
                  <a:pt x="1342664" y="86810"/>
                </a:lnTo>
                <a:lnTo>
                  <a:pt x="804441" y="0"/>
                </a:lnTo>
                <a:lnTo>
                  <a:pt x="277793" y="11575"/>
                </a:lnTo>
                <a:lnTo>
                  <a:pt x="0" y="277793"/>
                </a:lnTo>
                <a:lnTo>
                  <a:pt x="121535" y="833377"/>
                </a:lnTo>
                <a:lnTo>
                  <a:pt x="92598" y="1336876"/>
                </a:lnTo>
                <a:lnTo>
                  <a:pt x="57874" y="1632031"/>
                </a:lnTo>
              </a:path>
            </a:pathLst>
          </a:custGeom>
          <a:solidFill>
            <a:srgbClr val="0033CC">
              <a:alpha val="34118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520946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</TotalTime>
  <Words>12</Words>
  <Application>Microsoft Office PowerPoint</Application>
  <PresentationFormat>Widescreen</PresentationFormat>
  <Paragraphs>4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paul leopard</dc:creator>
  <cp:lastModifiedBy>paul leopard</cp:lastModifiedBy>
  <cp:revision>5</cp:revision>
  <dcterms:created xsi:type="dcterms:W3CDTF">2026-01-11T23:11:26Z</dcterms:created>
  <dcterms:modified xsi:type="dcterms:W3CDTF">2026-01-12T13:37:32Z</dcterms:modified>
</cp:coreProperties>
</file>