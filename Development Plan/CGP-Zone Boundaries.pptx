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8" autoAdjust="0"/>
    <p:restoredTop sz="94660"/>
  </p:normalViewPr>
  <p:slideViewPr>
    <p:cSldViewPr snapToGrid="0" showGuides="1">
      <p:cViewPr varScale="1">
        <p:scale>
          <a:sx n="95" d="100"/>
          <a:sy n="95" d="100"/>
        </p:scale>
        <p:origin x="100" y="9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AEE31-FA9A-A741-C79C-8E8FFD76CE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535DBA-1A87-F61F-E1D4-FDA1B0FB59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64B25-5A9A-0EE0-6749-F7A7C974E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E489E-B247-41EA-A91B-FA8490F58D35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CED37-187D-8630-8B4F-2CB8086A5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E0AF4-007C-1C09-C555-41FF8A6D1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852F2-1651-480A-8059-86BFB0DDA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676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DE310-A38A-DD69-0F05-2D782A522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BB86D-0D1F-7BFD-7C8B-2FC3BFC1C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9EC58-7B45-78E5-8BCD-2752A595A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E489E-B247-41EA-A91B-FA8490F58D35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44EA4-2652-0AFF-2E5C-B85C69066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59E43-BE7C-2E2B-F7C5-EAD3B7735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852F2-1651-480A-8059-86BFB0DDA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413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9A6AB-F3BE-3A12-EE1A-10AE72C09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2A5239-C205-D854-FE3C-A7AB5A799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DD3FA-EEEC-E02A-C17E-749CFA6A0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E489E-B247-41EA-A91B-FA8490F58D35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93A5A3-6016-CB98-D24E-542730A16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61BD6-6DE9-B40C-104B-7FB45714D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852F2-1651-480A-8059-86BFB0DDA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93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8B4AA-1D25-616D-3D7C-45BABCD1A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1BFE6-0F03-1BA8-BD97-30FDD8C58F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D04665-74A1-836E-3145-ACBAE9D2AA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72B51-8C73-EC27-315B-489BC90FF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E489E-B247-41EA-A91B-FA8490F58D35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BD0291-6C5D-3F01-35BA-6926C67BB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6A7FB1-A6B8-1106-5B63-CBC65ADED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852F2-1651-480A-8059-86BFB0DDA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348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11E10-F865-638F-523D-8FF0B151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CD4900-59D5-843A-E456-0C3A90FE1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104B82-37AC-2A36-5427-99D85933D4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992C00-22E9-5C61-D453-C036BEE856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C04D5E-9B8F-7273-99C2-395CF58C7B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586DE3-97BB-84FE-3181-83E61E727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E489E-B247-41EA-A91B-FA8490F58D35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E95D37-2D69-E289-899C-CB184FE69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75CAF8-4A2B-2565-0982-F8F7470DD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852F2-1651-480A-8059-86BFB0DDA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918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673E3-24E8-BA7E-C386-8E7283C01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AC5F2F-D31C-90E4-0892-287F8B562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E489E-B247-41EA-A91B-FA8490F58D35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C1CEBE-C9EC-F032-2C20-CE8668549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F0D97D-A2B0-7836-891A-FACAA20D7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852F2-1651-480A-8059-86BFB0DDA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330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F62D39-57FB-C7FD-BD75-74B71E42F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E489E-B247-41EA-A91B-FA8490F58D35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14B033-5B6B-F19A-9125-2F9E6DC05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2C0B7D-35B1-5450-1366-4623FE6ED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852F2-1651-480A-8059-86BFB0DDA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224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F9494-3354-9847-EE1E-258C21881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88B96-182C-385E-644E-02F3FCFEA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ACD0FF-7CE5-54AC-D8A1-1660D9EEC2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0D9ABF-2C9A-F182-E575-3453C9785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E489E-B247-41EA-A91B-FA8490F58D35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838927-96DB-FD2A-E0F0-A5E6012D7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758E0-C095-6699-647E-E73FFB931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852F2-1651-480A-8059-86BFB0DDA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65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2316F-86F4-CA03-3524-125B8E080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19E929-4882-0C9D-B30D-FFBCB3C624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12BCCE-B48A-1ACF-34F0-BFB61698AC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8C536-84CD-E1A5-6D39-1210D1636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E489E-B247-41EA-A91B-FA8490F58D35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A03914-2AF2-8A9E-5798-C5548D1F6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C33E8F-12D3-FD3E-4495-4393DEBA3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852F2-1651-480A-8059-86BFB0DDA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973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85F6D-4FE0-EB47-1ADB-2B51148E9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773B25-D1A1-3A66-5166-27504242CA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6FA1D-EB4C-50AC-492D-49C8B2E88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E489E-B247-41EA-A91B-FA8490F58D35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0BA4F-4DD4-B7A6-1F42-E55283578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99D8C-B5A4-9098-3297-C2D1C6B46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852F2-1651-480A-8059-86BFB0DDA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453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C64005-217E-0779-DFFE-6035982B33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363A94-BA99-F745-2078-23D785AE80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988F3-4E27-6BBC-C430-85CD7754D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E489E-B247-41EA-A91B-FA8490F58D35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ABE8E-4EBF-254E-1790-3022318AA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E3DF8-0F7C-F2EE-14AE-AB8DC8F8F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852F2-1651-480A-8059-86BFB0DDA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855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3B206F-4245-0222-A579-3F707C339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D31F5C-1A35-5987-A5B1-0359B04CA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36A6F-BE46-ED35-0AD5-43F264C295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8E489E-B247-41EA-A91B-FA8490F58D35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02688-539F-92E7-7F3F-ED2D08A631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98DD9-127F-14B9-47B5-665040C6B6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6852F2-1651-480A-8059-86BFB0DDA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156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A855D5-B4ED-EEF3-0766-205C6A465080}"/>
              </a:ext>
            </a:extLst>
          </p:cNvPr>
          <p:cNvSpPr txBox="1"/>
          <p:nvPr/>
        </p:nvSpPr>
        <p:spPr>
          <a:xfrm>
            <a:off x="8922123" y="1234052"/>
            <a:ext cx="264738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For my </a:t>
            </a:r>
            <a:r>
              <a:rPr lang="en-US" dirty="0" err="1"/>
              <a:t>geomodel</a:t>
            </a:r>
            <a:r>
              <a:rPr lang="en-US" dirty="0"/>
              <a:t> I want to divide the property up into 8 equal size zones, 4 above the center line and 4 below the center line. See the uploaded diagram. I realize that the eastern side is not perfectly square. Compute the coordinates of the zone corners then create a KML with closed shapes for each zone.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7A96A6-D92A-7BF8-8DAD-7453A0EC6D47}"/>
              </a:ext>
            </a:extLst>
          </p:cNvPr>
          <p:cNvSpPr/>
          <p:nvPr/>
        </p:nvSpPr>
        <p:spPr>
          <a:xfrm>
            <a:off x="1371600" y="1257300"/>
            <a:ext cx="1459006" cy="14590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Zone 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581B21-9F1A-7993-7B2C-F476C3D68F6A}"/>
              </a:ext>
            </a:extLst>
          </p:cNvPr>
          <p:cNvSpPr/>
          <p:nvPr/>
        </p:nvSpPr>
        <p:spPr>
          <a:xfrm>
            <a:off x="2830606" y="1257300"/>
            <a:ext cx="1459006" cy="14590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Zone 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3122C2-951A-C8B8-7879-01D056313FA3}"/>
              </a:ext>
            </a:extLst>
          </p:cNvPr>
          <p:cNvSpPr/>
          <p:nvPr/>
        </p:nvSpPr>
        <p:spPr>
          <a:xfrm>
            <a:off x="4289612" y="1257300"/>
            <a:ext cx="1459006" cy="14590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Zone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E21451-C171-8CC8-57F4-D9ED6F35F95C}"/>
              </a:ext>
            </a:extLst>
          </p:cNvPr>
          <p:cNvSpPr/>
          <p:nvPr/>
        </p:nvSpPr>
        <p:spPr>
          <a:xfrm>
            <a:off x="5748618" y="1257300"/>
            <a:ext cx="1459006" cy="14590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Zone 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544A09-4F40-3261-9744-AFE207C963D9}"/>
              </a:ext>
            </a:extLst>
          </p:cNvPr>
          <p:cNvSpPr/>
          <p:nvPr/>
        </p:nvSpPr>
        <p:spPr>
          <a:xfrm>
            <a:off x="1371600" y="2716306"/>
            <a:ext cx="1459006" cy="14590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Zone 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08F561-BEFB-EAAA-9A49-00300AB3EE87}"/>
              </a:ext>
            </a:extLst>
          </p:cNvPr>
          <p:cNvSpPr/>
          <p:nvPr/>
        </p:nvSpPr>
        <p:spPr>
          <a:xfrm>
            <a:off x="2830606" y="2716306"/>
            <a:ext cx="1459006" cy="14590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Zone 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9ECA40-FFFB-71D6-3DD6-BA4E663EF026}"/>
              </a:ext>
            </a:extLst>
          </p:cNvPr>
          <p:cNvSpPr/>
          <p:nvPr/>
        </p:nvSpPr>
        <p:spPr>
          <a:xfrm>
            <a:off x="4289612" y="2716306"/>
            <a:ext cx="1459006" cy="14590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Zone 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9DA28D-D672-7BCE-1561-691E14DEF4C7}"/>
              </a:ext>
            </a:extLst>
          </p:cNvPr>
          <p:cNvSpPr/>
          <p:nvPr/>
        </p:nvSpPr>
        <p:spPr>
          <a:xfrm>
            <a:off x="5748618" y="2716306"/>
            <a:ext cx="1459006" cy="14590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Zone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8A1279-8A9A-F07A-6509-D73D550D6CF0}"/>
              </a:ext>
            </a:extLst>
          </p:cNvPr>
          <p:cNvSpPr txBox="1"/>
          <p:nvPr/>
        </p:nvSpPr>
        <p:spPr>
          <a:xfrm>
            <a:off x="3753411" y="803204"/>
            <a:ext cx="8858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North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E89F7C-036D-D007-0F02-5F34F25F5DF0}"/>
              </a:ext>
            </a:extLst>
          </p:cNvPr>
          <p:cNvSpPr txBox="1"/>
          <p:nvPr/>
        </p:nvSpPr>
        <p:spPr>
          <a:xfrm>
            <a:off x="4133290" y="4260076"/>
            <a:ext cx="8858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South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F88D41-B837-9B21-5D1B-2C79E845C1CB}"/>
              </a:ext>
            </a:extLst>
          </p:cNvPr>
          <p:cNvSpPr txBox="1"/>
          <p:nvPr/>
        </p:nvSpPr>
        <p:spPr>
          <a:xfrm>
            <a:off x="435348" y="2531640"/>
            <a:ext cx="8858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West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440376-B196-37B5-B3FF-ECF6DCAD9C81}"/>
              </a:ext>
            </a:extLst>
          </p:cNvPr>
          <p:cNvSpPr txBox="1"/>
          <p:nvPr/>
        </p:nvSpPr>
        <p:spPr>
          <a:xfrm>
            <a:off x="7340412" y="2619046"/>
            <a:ext cx="8858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East</a:t>
            </a:r>
          </a:p>
        </p:txBody>
      </p:sp>
    </p:spTree>
    <p:extLst>
      <p:ext uri="{BB962C8B-B14F-4D97-AF65-F5344CB8AC3E}">
        <p14:creationId xmlns:p14="http://schemas.microsoft.com/office/powerpoint/2010/main" val="3538726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82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leopard</dc:creator>
  <cp:lastModifiedBy>paul leopard</cp:lastModifiedBy>
  <cp:revision>1</cp:revision>
  <dcterms:created xsi:type="dcterms:W3CDTF">2025-12-12T21:23:34Z</dcterms:created>
  <dcterms:modified xsi:type="dcterms:W3CDTF">2025-12-12T21:30:21Z</dcterms:modified>
</cp:coreProperties>
</file>